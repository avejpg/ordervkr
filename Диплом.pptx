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7"/>
  </p:notesMasterIdLst>
  <p:sldIdLst>
    <p:sldId id="256" r:id="rId2"/>
    <p:sldId id="262" r:id="rId3"/>
    <p:sldId id="260" r:id="rId4"/>
    <p:sldId id="265" r:id="rId5"/>
    <p:sldId id="258" r:id="rId6"/>
  </p:sldIdLst>
  <p:sldSz cx="9144000" cy="5143500" type="screen16x9"/>
  <p:notesSz cx="6858000" cy="9144000"/>
  <p:embeddedFontLst>
    <p:embeddedFont>
      <p:font typeface="IBM Plex Mono" panose="020B0604020202020204" charset="-52"/>
      <p:regular r:id="rId8"/>
      <p:bold r:id="rId9"/>
      <p:italic r:id="rId10"/>
      <p:boldItalic r:id="rId11"/>
    </p:embeddedFont>
    <p:embeddedFont>
      <p:font typeface="Source Code Pro" panose="020B0604020202020204" charset="0"/>
      <p:regular r:id="rId12"/>
      <p:bold r:id="rId13"/>
      <p:italic r:id="rId14"/>
      <p:boldItalic r:id="rId15"/>
    </p:embeddedFont>
    <p:embeddedFont>
      <p:font typeface="Poppins" panose="020B0604020202020204" charset="0"/>
      <p:regular r:id="rId16"/>
      <p:bold r:id="rId17"/>
      <p:italic r:id="rId18"/>
      <p:boldItalic r:id="rId19"/>
    </p:embeddedFont>
    <p:embeddedFont>
      <p:font typeface="Calibri" panose="020F0502020204030204" pitchFamily="3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6674B37-EDA9-4F44-A893-EDB4124069DD}">
  <a:tblStyle styleId="{46674B37-EDA9-4F44-A893-EDB4124069D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66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0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4.fntdata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23" Type="http://schemas.openxmlformats.org/officeDocument/2006/relationships/font" Target="fonts/font16.fntdata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font" Target="fonts/font15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gd1bf8d60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8" name="Google Shape;1428;gd1bf8d60a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Google Shape;1631;g24ed99bf1a4_0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2" name="Google Shape;1632;g24ed99bf1a4_0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g24ed99bf1a4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8" name="Google Shape;1528;g24ed99bf1a4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Google Shape;1742;g24ed99bf1a4_0_5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3" name="Google Shape;1743;g24ed99bf1a4_0_5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4e5c2c9e45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4e5c2c9e45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3255180" y="-2900775"/>
            <a:ext cx="10039930" cy="6871129"/>
            <a:chOff x="-3102780" y="-2727750"/>
            <a:chExt cx="10039930" cy="6871129"/>
          </a:xfrm>
        </p:grpSpPr>
        <p:grpSp>
          <p:nvGrpSpPr>
            <p:cNvPr id="10" name="Google Shape;10;p2"/>
            <p:cNvGrpSpPr/>
            <p:nvPr/>
          </p:nvGrpSpPr>
          <p:grpSpPr>
            <a:xfrm rot="-7778255">
              <a:off x="-2414440" y="-1445047"/>
              <a:ext cx="5355679" cy="4305724"/>
              <a:chOff x="7103825" y="-713112"/>
              <a:chExt cx="3785226" cy="3043150"/>
            </a:xfrm>
          </p:grpSpPr>
          <p:sp>
            <p:nvSpPr>
              <p:cNvPr id="11" name="Google Shape;11;p2"/>
              <p:cNvSpPr/>
              <p:nvPr/>
            </p:nvSpPr>
            <p:spPr>
              <a:xfrm rot="-3600017">
                <a:off x="7761095" y="-21"/>
                <a:ext cx="2152450" cy="1864030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" name="Google Shape;12;p2"/>
              <p:cNvPicPr preferRelativeResize="0"/>
              <p:nvPr/>
            </p:nvPicPr>
            <p:blipFill rotWithShape="1">
              <a:blip r:embed="rId2">
                <a:alphaModFix/>
              </a:blip>
              <a:srcRect t="17657" b="17664"/>
              <a:stretch/>
            </p:blipFill>
            <p:spPr>
              <a:xfrm>
                <a:off x="7103825" y="-713112"/>
                <a:ext cx="3785226" cy="288897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3" name="Google Shape;13;p2"/>
            <p:cNvSpPr/>
            <p:nvPr/>
          </p:nvSpPr>
          <p:spPr>
            <a:xfrm>
              <a:off x="-289323" y="-166742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2700000">
              <a:off x="917817" y="-2200499"/>
              <a:ext cx="3153371" cy="5119296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201475" y="-361175"/>
              <a:ext cx="7138625" cy="819350"/>
            </a:xfrm>
            <a:custGeom>
              <a:avLst/>
              <a:gdLst/>
              <a:ahLst/>
              <a:cxnLst/>
              <a:rect l="l" t="t" r="r" b="b"/>
              <a:pathLst>
                <a:path w="285545" h="32774" extrusionOk="0">
                  <a:moveTo>
                    <a:pt x="0" y="32774"/>
                  </a:moveTo>
                  <a:lnTo>
                    <a:pt x="188861" y="32774"/>
                  </a:lnTo>
                  <a:lnTo>
                    <a:pt x="221636" y="0"/>
                  </a:lnTo>
                  <a:lnTo>
                    <a:pt x="285545" y="0"/>
                  </a:lnTo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" name="Google Shape;16;p2"/>
            <p:cNvSpPr/>
            <p:nvPr/>
          </p:nvSpPr>
          <p:spPr>
            <a:xfrm rot="5400000">
              <a:off x="1110859" y="-1245788"/>
              <a:ext cx="577450" cy="3045475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5400000">
              <a:off x="654013" y="-781254"/>
              <a:ext cx="687411" cy="2731351"/>
            </a:xfrm>
            <a:custGeom>
              <a:avLst/>
              <a:gdLst/>
              <a:ahLst/>
              <a:cxnLst/>
              <a:rect l="l" t="t" r="r" b="b"/>
              <a:pathLst>
                <a:path w="16760" h="43180" extrusionOk="0">
                  <a:moveTo>
                    <a:pt x="16531" y="1"/>
                  </a:moveTo>
                  <a:lnTo>
                    <a:pt x="4403" y="12159"/>
                  </a:lnTo>
                  <a:lnTo>
                    <a:pt x="4342" y="12190"/>
                  </a:lnTo>
                  <a:lnTo>
                    <a:pt x="4342" y="25734"/>
                  </a:lnTo>
                  <a:lnTo>
                    <a:pt x="0" y="30077"/>
                  </a:lnTo>
                  <a:lnTo>
                    <a:pt x="8746" y="38822"/>
                  </a:lnTo>
                  <a:lnTo>
                    <a:pt x="8746" y="43180"/>
                  </a:lnTo>
                  <a:lnTo>
                    <a:pt x="9066" y="43180"/>
                  </a:lnTo>
                  <a:lnTo>
                    <a:pt x="9066" y="38700"/>
                  </a:lnTo>
                  <a:lnTo>
                    <a:pt x="442" y="30077"/>
                  </a:lnTo>
                  <a:lnTo>
                    <a:pt x="4662" y="25872"/>
                  </a:lnTo>
                  <a:lnTo>
                    <a:pt x="4662" y="12327"/>
                  </a:lnTo>
                  <a:lnTo>
                    <a:pt x="16760" y="230"/>
                  </a:lnTo>
                  <a:lnTo>
                    <a:pt x="16531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" name="Google Shape;18;p2"/>
            <p:cNvGrpSpPr/>
            <p:nvPr/>
          </p:nvGrpSpPr>
          <p:grpSpPr>
            <a:xfrm flipH="1">
              <a:off x="4446909" y="391151"/>
              <a:ext cx="134044" cy="134013"/>
              <a:chOff x="1101075" y="2142375"/>
              <a:chExt cx="439200" cy="439100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" name="Google Shape;21;p2"/>
            <p:cNvGrpSpPr/>
            <p:nvPr/>
          </p:nvGrpSpPr>
          <p:grpSpPr>
            <a:xfrm flipH="1">
              <a:off x="1373609" y="694563"/>
              <a:ext cx="134044" cy="134013"/>
              <a:chOff x="1101075" y="2142375"/>
              <a:chExt cx="439200" cy="439100"/>
            </a:xfrm>
          </p:grpSpPr>
          <p:sp>
            <p:nvSpPr>
              <p:cNvPr id="22" name="Google Shape;22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" name="Google Shape;24;p2"/>
            <p:cNvGrpSpPr/>
            <p:nvPr/>
          </p:nvGrpSpPr>
          <p:grpSpPr>
            <a:xfrm flipH="1">
              <a:off x="1086834" y="957463"/>
              <a:ext cx="134044" cy="134013"/>
              <a:chOff x="1101075" y="2142375"/>
              <a:chExt cx="439200" cy="439100"/>
            </a:xfrm>
          </p:grpSpPr>
          <p:sp>
            <p:nvSpPr>
              <p:cNvPr id="25" name="Google Shape;25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" name="Google Shape;27;p2"/>
            <p:cNvGrpSpPr/>
            <p:nvPr/>
          </p:nvGrpSpPr>
          <p:grpSpPr>
            <a:xfrm flipH="1">
              <a:off x="277709" y="957463"/>
              <a:ext cx="134044" cy="134013"/>
              <a:chOff x="1101075" y="2142375"/>
              <a:chExt cx="439200" cy="439100"/>
            </a:xfrm>
          </p:grpSpPr>
          <p:sp>
            <p:nvSpPr>
              <p:cNvPr id="28" name="Google Shape;28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" name="Google Shape;30;p2"/>
            <p:cNvGrpSpPr/>
            <p:nvPr/>
          </p:nvGrpSpPr>
          <p:grpSpPr>
            <a:xfrm flipH="1">
              <a:off x="277709" y="640813"/>
              <a:ext cx="134044" cy="134013"/>
              <a:chOff x="1101075" y="2142375"/>
              <a:chExt cx="439200" cy="439100"/>
            </a:xfrm>
          </p:grpSpPr>
          <p:sp>
            <p:nvSpPr>
              <p:cNvPr id="31" name="Google Shape;31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3" name="Google Shape;33;p2"/>
          <p:cNvGrpSpPr/>
          <p:nvPr/>
        </p:nvGrpSpPr>
        <p:grpSpPr>
          <a:xfrm>
            <a:off x="6385735" y="3039700"/>
            <a:ext cx="3920501" cy="3213899"/>
            <a:chOff x="6309535" y="2842975"/>
            <a:chExt cx="3920501" cy="3213899"/>
          </a:xfrm>
        </p:grpSpPr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/>
            </a:blip>
            <a:srcRect l="16960" t="24719" r="7121" b="26177"/>
            <a:stretch/>
          </p:blipFill>
          <p:spPr>
            <a:xfrm>
              <a:off x="6309535" y="3064650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5" name="Google Shape;35;p2"/>
            <p:cNvSpPr/>
            <p:nvPr/>
          </p:nvSpPr>
          <p:spPr>
            <a:xfrm rot="10800000">
              <a:off x="7535449" y="2941132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 rot="10800000">
              <a:off x="7694795" y="2941747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280400" y="3719575"/>
              <a:ext cx="582050" cy="582425"/>
              <a:chOff x="959750" y="3039275"/>
              <a:chExt cx="582050" cy="582425"/>
            </a:xfrm>
          </p:grpSpPr>
          <p:sp>
            <p:nvSpPr>
              <p:cNvPr id="38" name="Google Shape;38;p2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43;p2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2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5" name="Google Shape;45;p2"/>
            <p:cNvSpPr/>
            <p:nvPr/>
          </p:nvSpPr>
          <p:spPr>
            <a:xfrm>
              <a:off x="8430775" y="2842975"/>
              <a:ext cx="480893" cy="475828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" name="Google Shape;46;p2"/>
            <p:cNvGrpSpPr/>
            <p:nvPr/>
          </p:nvGrpSpPr>
          <p:grpSpPr>
            <a:xfrm>
              <a:off x="8337812" y="3492483"/>
              <a:ext cx="699928" cy="1651024"/>
              <a:chOff x="8337812" y="3492483"/>
              <a:chExt cx="699928" cy="1651024"/>
            </a:xfrm>
          </p:grpSpPr>
          <p:sp>
            <p:nvSpPr>
              <p:cNvPr id="47" name="Google Shape;47;p2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48;p2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49;p2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;p2"/>
            <p:cNvGrpSpPr/>
            <p:nvPr/>
          </p:nvGrpSpPr>
          <p:grpSpPr>
            <a:xfrm>
              <a:off x="7945225" y="4302000"/>
              <a:ext cx="904666" cy="726121"/>
              <a:chOff x="7945225" y="4302000"/>
              <a:chExt cx="904666" cy="726121"/>
            </a:xfrm>
          </p:grpSpPr>
          <p:sp>
            <p:nvSpPr>
              <p:cNvPr id="51" name="Google Shape;51;p2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2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2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096850" y="816324"/>
            <a:ext cx="6974700" cy="232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1096850" y="3456250"/>
            <a:ext cx="48825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56" name="Google Shape;56;p2"/>
          <p:cNvGrpSpPr/>
          <p:nvPr/>
        </p:nvGrpSpPr>
        <p:grpSpPr>
          <a:xfrm>
            <a:off x="-309885" y="3617406"/>
            <a:ext cx="1448824" cy="2238804"/>
            <a:chOff x="-309885" y="3617406"/>
            <a:chExt cx="1448824" cy="2238804"/>
          </a:xfrm>
        </p:grpSpPr>
        <p:grpSp>
          <p:nvGrpSpPr>
            <p:cNvPr id="57" name="Google Shape;57;p2"/>
            <p:cNvGrpSpPr/>
            <p:nvPr/>
          </p:nvGrpSpPr>
          <p:grpSpPr>
            <a:xfrm>
              <a:off x="-277007" y="3870159"/>
              <a:ext cx="981772" cy="1986051"/>
              <a:chOff x="-293545" y="3454371"/>
              <a:chExt cx="981772" cy="1986051"/>
            </a:xfrm>
          </p:grpSpPr>
          <p:sp>
            <p:nvSpPr>
              <p:cNvPr id="58" name="Google Shape;58;p2"/>
              <p:cNvSpPr/>
              <p:nvPr/>
            </p:nvSpPr>
            <p:spPr>
              <a:xfrm rot="10800000">
                <a:off x="-293545" y="345437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2"/>
              <p:cNvSpPr/>
              <p:nvPr/>
            </p:nvSpPr>
            <p:spPr>
              <a:xfrm rot="10800000">
                <a:off x="-156450" y="345490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0" name="Google Shape;60;p2"/>
            <p:cNvGrpSpPr/>
            <p:nvPr/>
          </p:nvGrpSpPr>
          <p:grpSpPr>
            <a:xfrm>
              <a:off x="363249" y="4906873"/>
              <a:ext cx="699940" cy="478601"/>
              <a:chOff x="39722" y="4349021"/>
              <a:chExt cx="1061964" cy="726143"/>
            </a:xfrm>
          </p:grpSpPr>
          <p:grpSp>
            <p:nvGrpSpPr>
              <p:cNvPr id="61" name="Google Shape;61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62" name="Google Shape;62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63" name="Google Shape;63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64" name="Google Shape;64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5" name="Google Shape;65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6" name="Google Shape;66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7" name="Google Shape;67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8" name="Google Shape;68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69" name="Google Shape;69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0" name="Google Shape;70;p2"/>
            <p:cNvGrpSpPr/>
            <p:nvPr/>
          </p:nvGrpSpPr>
          <p:grpSpPr>
            <a:xfrm rot="-5400000">
              <a:off x="-461873" y="3769393"/>
              <a:ext cx="1351491" cy="1047516"/>
              <a:chOff x="-2460210" y="2758493"/>
              <a:chExt cx="1351491" cy="1047516"/>
            </a:xfrm>
          </p:grpSpPr>
          <p:sp>
            <p:nvSpPr>
              <p:cNvPr id="71" name="Google Shape;71;p2"/>
              <p:cNvSpPr/>
              <p:nvPr/>
            </p:nvSpPr>
            <p:spPr>
              <a:xfrm rot="-2700000">
                <a:off x="-2341816" y="31085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2"/>
              <p:cNvSpPr/>
              <p:nvPr/>
            </p:nvSpPr>
            <p:spPr>
              <a:xfrm rot="-2700000">
                <a:off x="-2157466" y="30323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2"/>
              <p:cNvSpPr/>
              <p:nvPr/>
            </p:nvSpPr>
            <p:spPr>
              <a:xfrm rot="-2700000">
                <a:off x="-1993591" y="29561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2"/>
              <p:cNvSpPr/>
              <p:nvPr/>
            </p:nvSpPr>
            <p:spPr>
              <a:xfrm rot="-2700000">
                <a:off x="-1809241" y="28799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5" name="Google Shape;75;p2"/>
            <p:cNvGrpSpPr/>
            <p:nvPr/>
          </p:nvGrpSpPr>
          <p:grpSpPr>
            <a:xfrm>
              <a:off x="438999" y="4567398"/>
              <a:ext cx="699940" cy="478601"/>
              <a:chOff x="39722" y="4349021"/>
              <a:chExt cx="1061964" cy="726143"/>
            </a:xfrm>
          </p:grpSpPr>
          <p:grpSp>
            <p:nvGrpSpPr>
              <p:cNvPr id="76" name="Google Shape;76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77" name="Google Shape;77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78" name="Google Shape;78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79" name="Google Shape;79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0" name="Google Shape;80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1" name="Google Shape;81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" name="Google Shape;82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" name="Google Shape;83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84" name="Google Shape;84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5" name="Google Shape;85;p2"/>
            <p:cNvGrpSpPr/>
            <p:nvPr/>
          </p:nvGrpSpPr>
          <p:grpSpPr>
            <a:xfrm>
              <a:off x="-65076" y="4623886"/>
              <a:ext cx="699940" cy="478601"/>
              <a:chOff x="39722" y="4349021"/>
              <a:chExt cx="1061964" cy="726143"/>
            </a:xfrm>
          </p:grpSpPr>
          <p:grpSp>
            <p:nvGrpSpPr>
              <p:cNvPr id="86" name="Google Shape;86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87" name="Google Shape;87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88" name="Google Shape;88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89" name="Google Shape;89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0" name="Google Shape;90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1" name="Google Shape;91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2" name="Google Shape;92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" name="Google Shape;93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94" name="Google Shape;94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5"/>
          <p:cNvSpPr txBox="1">
            <a:spLocks noGrp="1"/>
          </p:cNvSpPr>
          <p:nvPr>
            <p:ph type="subTitle" idx="1"/>
          </p:nvPr>
        </p:nvSpPr>
        <p:spPr>
          <a:xfrm>
            <a:off x="4999903" y="2372500"/>
            <a:ext cx="2340300" cy="13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77" name="Google Shape;177;p5"/>
          <p:cNvSpPr txBox="1">
            <a:spLocks noGrp="1"/>
          </p:cNvSpPr>
          <p:nvPr>
            <p:ph type="subTitle" idx="2"/>
          </p:nvPr>
        </p:nvSpPr>
        <p:spPr>
          <a:xfrm>
            <a:off x="1803800" y="2372500"/>
            <a:ext cx="2340300" cy="13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78" name="Google Shape;178;p5"/>
          <p:cNvSpPr txBox="1">
            <a:spLocks noGrp="1"/>
          </p:cNvSpPr>
          <p:nvPr>
            <p:ph type="subTitle" idx="3"/>
          </p:nvPr>
        </p:nvSpPr>
        <p:spPr>
          <a:xfrm>
            <a:off x="4999908" y="2048488"/>
            <a:ext cx="23403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79" name="Google Shape;179;p5"/>
          <p:cNvSpPr txBox="1">
            <a:spLocks noGrp="1"/>
          </p:cNvSpPr>
          <p:nvPr>
            <p:ph type="subTitle" idx="4"/>
          </p:nvPr>
        </p:nvSpPr>
        <p:spPr>
          <a:xfrm>
            <a:off x="1803800" y="2048488"/>
            <a:ext cx="23403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grpSp>
        <p:nvGrpSpPr>
          <p:cNvPr id="180" name="Google Shape;180;p5"/>
          <p:cNvGrpSpPr/>
          <p:nvPr/>
        </p:nvGrpSpPr>
        <p:grpSpPr>
          <a:xfrm>
            <a:off x="7579113" y="-890399"/>
            <a:ext cx="2898275" cy="3032950"/>
            <a:chOff x="7198113" y="-890399"/>
            <a:chExt cx="2898275" cy="3032950"/>
          </a:xfrm>
        </p:grpSpPr>
        <p:pic>
          <p:nvPicPr>
            <p:cNvPr id="181" name="Google Shape;181;p5"/>
            <p:cNvPicPr preferRelativeResize="0"/>
            <p:nvPr/>
          </p:nvPicPr>
          <p:blipFill rotWithShape="1">
            <a:blip r:embed="rId2">
              <a:alphaModFix/>
            </a:blip>
            <a:srcRect l="16960" t="24719" r="7121" b="26177"/>
            <a:stretch/>
          </p:blipFill>
          <p:spPr>
            <a:xfrm rot="-5400000">
              <a:off x="7130775" y="-823062"/>
              <a:ext cx="3032950" cy="289827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82" name="Google Shape;182;p5"/>
            <p:cNvGrpSpPr/>
            <p:nvPr/>
          </p:nvGrpSpPr>
          <p:grpSpPr>
            <a:xfrm>
              <a:off x="8319318" y="-249682"/>
              <a:ext cx="1460040" cy="1171886"/>
              <a:chOff x="7945225" y="4302000"/>
              <a:chExt cx="904666" cy="726121"/>
            </a:xfrm>
          </p:grpSpPr>
          <p:sp>
            <p:nvSpPr>
              <p:cNvPr id="183" name="Google Shape;183;p5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5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5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86" name="Google Shape;186;p5"/>
          <p:cNvGrpSpPr/>
          <p:nvPr/>
        </p:nvGrpSpPr>
        <p:grpSpPr>
          <a:xfrm>
            <a:off x="-613920" y="3693606"/>
            <a:ext cx="2048057" cy="2238804"/>
            <a:chOff x="-461520" y="3617406"/>
            <a:chExt cx="2048057" cy="2238804"/>
          </a:xfrm>
        </p:grpSpPr>
        <p:grpSp>
          <p:nvGrpSpPr>
            <p:cNvPr id="187" name="Google Shape;187;p5"/>
            <p:cNvGrpSpPr/>
            <p:nvPr/>
          </p:nvGrpSpPr>
          <p:grpSpPr>
            <a:xfrm>
              <a:off x="-461520" y="3617406"/>
              <a:ext cx="1916534" cy="2238804"/>
              <a:chOff x="-461520" y="3617406"/>
              <a:chExt cx="1916534" cy="2238804"/>
            </a:xfrm>
          </p:grpSpPr>
          <p:grpSp>
            <p:nvGrpSpPr>
              <p:cNvPr id="188" name="Google Shape;188;p5"/>
              <p:cNvGrpSpPr/>
              <p:nvPr/>
            </p:nvGrpSpPr>
            <p:grpSpPr>
              <a:xfrm flipH="1">
                <a:off x="-461520" y="4010132"/>
                <a:ext cx="1916534" cy="1538287"/>
                <a:chOff x="7945225" y="4302000"/>
                <a:chExt cx="904666" cy="726121"/>
              </a:xfrm>
            </p:grpSpPr>
            <p:sp>
              <p:nvSpPr>
                <p:cNvPr id="189" name="Google Shape;189;p5"/>
                <p:cNvSpPr/>
                <p:nvPr/>
              </p:nvSpPr>
              <p:spPr>
                <a:xfrm>
                  <a:off x="8176775" y="4445200"/>
                  <a:ext cx="673116" cy="5829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" name="Google Shape;190;p5"/>
                <p:cNvSpPr/>
                <p:nvPr/>
              </p:nvSpPr>
              <p:spPr>
                <a:xfrm>
                  <a:off x="8164350" y="4302000"/>
                  <a:ext cx="480925" cy="416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" name="Google Shape;191;p5"/>
                <p:cNvSpPr/>
                <p:nvPr/>
              </p:nvSpPr>
              <p:spPr>
                <a:xfrm>
                  <a:off x="7945225" y="4445200"/>
                  <a:ext cx="480925" cy="416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92" name="Google Shape;192;p5"/>
              <p:cNvGrpSpPr/>
              <p:nvPr/>
            </p:nvGrpSpPr>
            <p:grpSpPr>
              <a:xfrm>
                <a:off x="-309885" y="3617406"/>
                <a:ext cx="1448824" cy="2238804"/>
                <a:chOff x="-309885" y="3617406"/>
                <a:chExt cx="1448824" cy="2238804"/>
              </a:xfrm>
            </p:grpSpPr>
            <p:grpSp>
              <p:nvGrpSpPr>
                <p:cNvPr id="193" name="Google Shape;193;p5"/>
                <p:cNvGrpSpPr/>
                <p:nvPr/>
              </p:nvGrpSpPr>
              <p:grpSpPr>
                <a:xfrm>
                  <a:off x="-277007" y="3870159"/>
                  <a:ext cx="981772" cy="1986051"/>
                  <a:chOff x="-293545" y="3454371"/>
                  <a:chExt cx="981772" cy="1986051"/>
                </a:xfrm>
              </p:grpSpPr>
              <p:sp>
                <p:nvSpPr>
                  <p:cNvPr id="194" name="Google Shape;194;p5"/>
                  <p:cNvSpPr/>
                  <p:nvPr/>
                </p:nvSpPr>
                <p:spPr>
                  <a:xfrm rot="10800000">
                    <a:off x="-293545" y="3454371"/>
                    <a:ext cx="844677" cy="19855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937" h="56267" extrusionOk="0">
                        <a:moveTo>
                          <a:pt x="12997" y="1"/>
                        </a:moveTo>
                        <a:lnTo>
                          <a:pt x="12784" y="214"/>
                        </a:lnTo>
                        <a:lnTo>
                          <a:pt x="23098" y="10513"/>
                        </a:lnTo>
                        <a:cubicBezTo>
                          <a:pt x="23434" y="10864"/>
                          <a:pt x="23632" y="11321"/>
                          <a:pt x="23632" y="11808"/>
                        </a:cubicBezTo>
                        <a:cubicBezTo>
                          <a:pt x="23632" y="12311"/>
                          <a:pt x="23434" y="12768"/>
                          <a:pt x="23098" y="13104"/>
                        </a:cubicBezTo>
                        <a:lnTo>
                          <a:pt x="21925" y="14261"/>
                        </a:lnTo>
                        <a:cubicBezTo>
                          <a:pt x="21575" y="14627"/>
                          <a:pt x="21110" y="14810"/>
                          <a:pt x="20642" y="14810"/>
                        </a:cubicBezTo>
                        <a:cubicBezTo>
                          <a:pt x="20173" y="14810"/>
                          <a:pt x="19701" y="14627"/>
                          <a:pt x="19335" y="14261"/>
                        </a:cubicBezTo>
                        <a:lnTo>
                          <a:pt x="16958" y="11885"/>
                        </a:lnTo>
                        <a:cubicBezTo>
                          <a:pt x="16547" y="11489"/>
                          <a:pt x="16029" y="11260"/>
                          <a:pt x="15435" y="11260"/>
                        </a:cubicBezTo>
                        <a:cubicBezTo>
                          <a:pt x="14841" y="11260"/>
                          <a:pt x="14307" y="11489"/>
                          <a:pt x="13911" y="11885"/>
                        </a:cubicBezTo>
                        <a:lnTo>
                          <a:pt x="12525" y="13271"/>
                        </a:lnTo>
                        <a:cubicBezTo>
                          <a:pt x="12129" y="13698"/>
                          <a:pt x="11900" y="14231"/>
                          <a:pt x="11900" y="14795"/>
                        </a:cubicBezTo>
                        <a:cubicBezTo>
                          <a:pt x="11900" y="15374"/>
                          <a:pt x="12129" y="15922"/>
                          <a:pt x="12525" y="16318"/>
                        </a:cubicBezTo>
                        <a:cubicBezTo>
                          <a:pt x="12860" y="16669"/>
                          <a:pt x="13058" y="17126"/>
                          <a:pt x="13058" y="17629"/>
                        </a:cubicBezTo>
                        <a:cubicBezTo>
                          <a:pt x="13058" y="18116"/>
                          <a:pt x="12860" y="18573"/>
                          <a:pt x="12525" y="18924"/>
                        </a:cubicBezTo>
                        <a:lnTo>
                          <a:pt x="11489" y="19944"/>
                        </a:lnTo>
                        <a:cubicBezTo>
                          <a:pt x="11154" y="20295"/>
                          <a:pt x="10696" y="20478"/>
                          <a:pt x="10209" y="20478"/>
                        </a:cubicBezTo>
                        <a:lnTo>
                          <a:pt x="9569" y="20478"/>
                        </a:lnTo>
                        <a:cubicBezTo>
                          <a:pt x="8990" y="20478"/>
                          <a:pt x="8457" y="20706"/>
                          <a:pt x="8045" y="21102"/>
                        </a:cubicBezTo>
                        <a:lnTo>
                          <a:pt x="3353" y="25810"/>
                        </a:lnTo>
                        <a:cubicBezTo>
                          <a:pt x="2515" y="26648"/>
                          <a:pt x="2515" y="28004"/>
                          <a:pt x="3353" y="28842"/>
                        </a:cubicBezTo>
                        <a:lnTo>
                          <a:pt x="10529" y="36018"/>
                        </a:lnTo>
                        <a:cubicBezTo>
                          <a:pt x="10864" y="36369"/>
                          <a:pt x="11062" y="36826"/>
                          <a:pt x="11062" y="37313"/>
                        </a:cubicBezTo>
                        <a:cubicBezTo>
                          <a:pt x="11062" y="37801"/>
                          <a:pt x="10864" y="38273"/>
                          <a:pt x="10529" y="38608"/>
                        </a:cubicBezTo>
                        <a:lnTo>
                          <a:pt x="8198" y="40940"/>
                        </a:lnTo>
                        <a:cubicBezTo>
                          <a:pt x="7802" y="41351"/>
                          <a:pt x="7573" y="41884"/>
                          <a:pt x="7573" y="42463"/>
                        </a:cubicBezTo>
                        <a:lnTo>
                          <a:pt x="7573" y="47720"/>
                        </a:lnTo>
                        <a:cubicBezTo>
                          <a:pt x="7573" y="48207"/>
                          <a:pt x="7390" y="48664"/>
                          <a:pt x="7040" y="49015"/>
                        </a:cubicBezTo>
                        <a:lnTo>
                          <a:pt x="1" y="56054"/>
                        </a:lnTo>
                        <a:lnTo>
                          <a:pt x="199" y="56267"/>
                        </a:lnTo>
                        <a:lnTo>
                          <a:pt x="7268" y="49274"/>
                        </a:lnTo>
                        <a:cubicBezTo>
                          <a:pt x="7664" y="48862"/>
                          <a:pt x="7893" y="48329"/>
                          <a:pt x="7893" y="47750"/>
                        </a:cubicBezTo>
                        <a:lnTo>
                          <a:pt x="7893" y="42494"/>
                        </a:lnTo>
                        <a:cubicBezTo>
                          <a:pt x="7893" y="42006"/>
                          <a:pt x="8091" y="41549"/>
                          <a:pt x="8426" y="41199"/>
                        </a:cubicBezTo>
                        <a:lnTo>
                          <a:pt x="10757" y="38883"/>
                        </a:lnTo>
                        <a:cubicBezTo>
                          <a:pt x="11154" y="38456"/>
                          <a:pt x="11382" y="37923"/>
                          <a:pt x="11382" y="37359"/>
                        </a:cubicBezTo>
                        <a:cubicBezTo>
                          <a:pt x="11382" y="36765"/>
                          <a:pt x="11154" y="36232"/>
                          <a:pt x="10757" y="35835"/>
                        </a:cubicBezTo>
                        <a:lnTo>
                          <a:pt x="3581" y="28644"/>
                        </a:lnTo>
                        <a:cubicBezTo>
                          <a:pt x="2850" y="27943"/>
                          <a:pt x="2850" y="26785"/>
                          <a:pt x="3581" y="26054"/>
                        </a:cubicBezTo>
                        <a:lnTo>
                          <a:pt x="8274" y="21346"/>
                        </a:lnTo>
                        <a:cubicBezTo>
                          <a:pt x="8624" y="21011"/>
                          <a:pt x="9081" y="20813"/>
                          <a:pt x="9569" y="20813"/>
                        </a:cubicBezTo>
                        <a:lnTo>
                          <a:pt x="10209" y="20813"/>
                        </a:lnTo>
                        <a:cubicBezTo>
                          <a:pt x="10788" y="20813"/>
                          <a:pt x="11321" y="20584"/>
                          <a:pt x="11732" y="20188"/>
                        </a:cubicBezTo>
                        <a:lnTo>
                          <a:pt x="12753" y="19167"/>
                        </a:lnTo>
                        <a:cubicBezTo>
                          <a:pt x="13149" y="18741"/>
                          <a:pt x="13378" y="18208"/>
                          <a:pt x="13378" y="17644"/>
                        </a:cubicBezTo>
                        <a:cubicBezTo>
                          <a:pt x="13378" y="17050"/>
                          <a:pt x="13149" y="16516"/>
                          <a:pt x="12753" y="16120"/>
                        </a:cubicBezTo>
                        <a:cubicBezTo>
                          <a:pt x="12418" y="15770"/>
                          <a:pt x="12220" y="15313"/>
                          <a:pt x="12220" y="14825"/>
                        </a:cubicBezTo>
                        <a:cubicBezTo>
                          <a:pt x="12220" y="14322"/>
                          <a:pt x="12418" y="13865"/>
                          <a:pt x="12753" y="13530"/>
                        </a:cubicBezTo>
                        <a:lnTo>
                          <a:pt x="14140" y="12128"/>
                        </a:lnTo>
                        <a:cubicBezTo>
                          <a:pt x="14490" y="11793"/>
                          <a:pt x="14947" y="11595"/>
                          <a:pt x="15435" y="11595"/>
                        </a:cubicBezTo>
                        <a:cubicBezTo>
                          <a:pt x="15938" y="11595"/>
                          <a:pt x="16395" y="11793"/>
                          <a:pt x="16730" y="12128"/>
                        </a:cubicBezTo>
                        <a:lnTo>
                          <a:pt x="19107" y="14520"/>
                        </a:lnTo>
                        <a:cubicBezTo>
                          <a:pt x="19526" y="14939"/>
                          <a:pt x="20074" y="15149"/>
                          <a:pt x="20623" y="15149"/>
                        </a:cubicBezTo>
                        <a:cubicBezTo>
                          <a:pt x="21171" y="15149"/>
                          <a:pt x="21720" y="14939"/>
                          <a:pt x="22139" y="14520"/>
                        </a:cubicBezTo>
                        <a:lnTo>
                          <a:pt x="23297" y="13347"/>
                        </a:lnTo>
                        <a:cubicBezTo>
                          <a:pt x="23708" y="12936"/>
                          <a:pt x="23936" y="12403"/>
                          <a:pt x="23936" y="11824"/>
                        </a:cubicBezTo>
                        <a:cubicBezTo>
                          <a:pt x="23936" y="11260"/>
                          <a:pt x="23708" y="10711"/>
                          <a:pt x="23297" y="10300"/>
                        </a:cubicBezTo>
                        <a:lnTo>
                          <a:pt x="12997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dk2"/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5" name="Google Shape;195;p5"/>
                  <p:cNvSpPr/>
                  <p:nvPr/>
                </p:nvSpPr>
                <p:spPr>
                  <a:xfrm rot="10800000">
                    <a:off x="-156450" y="3454901"/>
                    <a:ext cx="844677" cy="19855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937" h="56267" extrusionOk="0">
                        <a:moveTo>
                          <a:pt x="12997" y="0"/>
                        </a:moveTo>
                        <a:lnTo>
                          <a:pt x="12784" y="214"/>
                        </a:lnTo>
                        <a:lnTo>
                          <a:pt x="23098" y="10513"/>
                        </a:lnTo>
                        <a:cubicBezTo>
                          <a:pt x="23434" y="10848"/>
                          <a:pt x="23632" y="11305"/>
                          <a:pt x="23632" y="11808"/>
                        </a:cubicBezTo>
                        <a:cubicBezTo>
                          <a:pt x="23632" y="12296"/>
                          <a:pt x="23434" y="12753"/>
                          <a:pt x="23098" y="13103"/>
                        </a:cubicBezTo>
                        <a:lnTo>
                          <a:pt x="21925" y="14261"/>
                        </a:lnTo>
                        <a:cubicBezTo>
                          <a:pt x="21575" y="14627"/>
                          <a:pt x="21110" y="14810"/>
                          <a:pt x="20642" y="14810"/>
                        </a:cubicBezTo>
                        <a:cubicBezTo>
                          <a:pt x="20173" y="14810"/>
                          <a:pt x="19701" y="14627"/>
                          <a:pt x="19335" y="14261"/>
                        </a:cubicBezTo>
                        <a:lnTo>
                          <a:pt x="16958" y="11884"/>
                        </a:lnTo>
                        <a:cubicBezTo>
                          <a:pt x="16547" y="11488"/>
                          <a:pt x="16029" y="11260"/>
                          <a:pt x="15435" y="11260"/>
                        </a:cubicBezTo>
                        <a:cubicBezTo>
                          <a:pt x="14840" y="11260"/>
                          <a:pt x="14307" y="11488"/>
                          <a:pt x="13911" y="11884"/>
                        </a:cubicBezTo>
                        <a:lnTo>
                          <a:pt x="12525" y="13271"/>
                        </a:lnTo>
                        <a:cubicBezTo>
                          <a:pt x="11687" y="14109"/>
                          <a:pt x="11687" y="15465"/>
                          <a:pt x="12525" y="16303"/>
                        </a:cubicBezTo>
                        <a:cubicBezTo>
                          <a:pt x="12860" y="16638"/>
                          <a:pt x="13058" y="17095"/>
                          <a:pt x="13058" y="17598"/>
                        </a:cubicBezTo>
                        <a:cubicBezTo>
                          <a:pt x="13058" y="18085"/>
                          <a:pt x="12860" y="18543"/>
                          <a:pt x="12525" y="18893"/>
                        </a:cubicBezTo>
                        <a:lnTo>
                          <a:pt x="11489" y="19914"/>
                        </a:lnTo>
                        <a:cubicBezTo>
                          <a:pt x="11153" y="20264"/>
                          <a:pt x="10696" y="20447"/>
                          <a:pt x="10193" y="20447"/>
                        </a:cubicBezTo>
                        <a:lnTo>
                          <a:pt x="9569" y="20447"/>
                        </a:lnTo>
                        <a:cubicBezTo>
                          <a:pt x="8975" y="20447"/>
                          <a:pt x="8441" y="20676"/>
                          <a:pt x="8045" y="21087"/>
                        </a:cubicBezTo>
                        <a:lnTo>
                          <a:pt x="3337" y="25780"/>
                        </a:lnTo>
                        <a:cubicBezTo>
                          <a:pt x="2941" y="26206"/>
                          <a:pt x="2713" y="26739"/>
                          <a:pt x="2713" y="27303"/>
                        </a:cubicBezTo>
                        <a:cubicBezTo>
                          <a:pt x="2713" y="27897"/>
                          <a:pt x="2941" y="28431"/>
                          <a:pt x="3337" y="28827"/>
                        </a:cubicBezTo>
                        <a:lnTo>
                          <a:pt x="10529" y="36018"/>
                        </a:lnTo>
                        <a:cubicBezTo>
                          <a:pt x="11245" y="36719"/>
                          <a:pt x="11245" y="37877"/>
                          <a:pt x="10529" y="38608"/>
                        </a:cubicBezTo>
                        <a:lnTo>
                          <a:pt x="8198" y="40924"/>
                        </a:lnTo>
                        <a:cubicBezTo>
                          <a:pt x="7801" y="41351"/>
                          <a:pt x="7573" y="41884"/>
                          <a:pt x="7573" y="42448"/>
                        </a:cubicBezTo>
                        <a:lnTo>
                          <a:pt x="7573" y="47704"/>
                        </a:lnTo>
                        <a:cubicBezTo>
                          <a:pt x="7573" y="48207"/>
                          <a:pt x="7375" y="48664"/>
                          <a:pt x="7040" y="48999"/>
                        </a:cubicBezTo>
                        <a:lnTo>
                          <a:pt x="1" y="56053"/>
                        </a:lnTo>
                        <a:lnTo>
                          <a:pt x="199" y="56267"/>
                        </a:lnTo>
                        <a:lnTo>
                          <a:pt x="7268" y="49212"/>
                        </a:lnTo>
                        <a:cubicBezTo>
                          <a:pt x="7664" y="48801"/>
                          <a:pt x="7893" y="48268"/>
                          <a:pt x="7893" y="47689"/>
                        </a:cubicBezTo>
                        <a:lnTo>
                          <a:pt x="7893" y="42432"/>
                        </a:lnTo>
                        <a:cubicBezTo>
                          <a:pt x="7893" y="41945"/>
                          <a:pt x="8091" y="41473"/>
                          <a:pt x="8426" y="41137"/>
                        </a:cubicBezTo>
                        <a:lnTo>
                          <a:pt x="10757" y="38806"/>
                        </a:lnTo>
                        <a:cubicBezTo>
                          <a:pt x="11595" y="37984"/>
                          <a:pt x="11595" y="36628"/>
                          <a:pt x="10757" y="35790"/>
                        </a:cubicBezTo>
                        <a:lnTo>
                          <a:pt x="3581" y="28598"/>
                        </a:lnTo>
                        <a:cubicBezTo>
                          <a:pt x="3231" y="28263"/>
                          <a:pt x="3048" y="27806"/>
                          <a:pt x="3048" y="27318"/>
                        </a:cubicBezTo>
                        <a:cubicBezTo>
                          <a:pt x="3048" y="26816"/>
                          <a:pt x="3231" y="26359"/>
                          <a:pt x="3581" y="26023"/>
                        </a:cubicBezTo>
                        <a:lnTo>
                          <a:pt x="8274" y="21346"/>
                        </a:lnTo>
                        <a:cubicBezTo>
                          <a:pt x="8624" y="21011"/>
                          <a:pt x="9081" y="20813"/>
                          <a:pt x="9569" y="20813"/>
                        </a:cubicBezTo>
                        <a:lnTo>
                          <a:pt x="10209" y="20813"/>
                        </a:lnTo>
                        <a:cubicBezTo>
                          <a:pt x="10788" y="20813"/>
                          <a:pt x="11321" y="20584"/>
                          <a:pt x="11732" y="20188"/>
                        </a:cubicBezTo>
                        <a:lnTo>
                          <a:pt x="12753" y="19152"/>
                        </a:lnTo>
                        <a:cubicBezTo>
                          <a:pt x="13149" y="18741"/>
                          <a:pt x="13378" y="18207"/>
                          <a:pt x="13378" y="17628"/>
                        </a:cubicBezTo>
                        <a:cubicBezTo>
                          <a:pt x="13378" y="17049"/>
                          <a:pt x="13149" y="16516"/>
                          <a:pt x="12753" y="16105"/>
                        </a:cubicBezTo>
                        <a:cubicBezTo>
                          <a:pt x="12037" y="15404"/>
                          <a:pt x="12037" y="14246"/>
                          <a:pt x="12753" y="13515"/>
                        </a:cubicBezTo>
                        <a:lnTo>
                          <a:pt x="14140" y="12128"/>
                        </a:lnTo>
                        <a:cubicBezTo>
                          <a:pt x="14490" y="11793"/>
                          <a:pt x="14947" y="11595"/>
                          <a:pt x="15435" y="11595"/>
                        </a:cubicBezTo>
                        <a:cubicBezTo>
                          <a:pt x="15937" y="11595"/>
                          <a:pt x="16395" y="11793"/>
                          <a:pt x="16730" y="12128"/>
                        </a:cubicBezTo>
                        <a:lnTo>
                          <a:pt x="19106" y="14505"/>
                        </a:lnTo>
                        <a:cubicBezTo>
                          <a:pt x="19525" y="14924"/>
                          <a:pt x="20074" y="15133"/>
                          <a:pt x="20622" y="15133"/>
                        </a:cubicBezTo>
                        <a:cubicBezTo>
                          <a:pt x="21171" y="15133"/>
                          <a:pt x="21719" y="14924"/>
                          <a:pt x="22138" y="14505"/>
                        </a:cubicBezTo>
                        <a:lnTo>
                          <a:pt x="23296" y="13347"/>
                        </a:lnTo>
                        <a:cubicBezTo>
                          <a:pt x="23708" y="12936"/>
                          <a:pt x="23936" y="12402"/>
                          <a:pt x="23936" y="11823"/>
                        </a:cubicBezTo>
                        <a:cubicBezTo>
                          <a:pt x="23936" y="11229"/>
                          <a:pt x="23708" y="10696"/>
                          <a:pt x="23296" y="10300"/>
                        </a:cubicBezTo>
                        <a:lnTo>
                          <a:pt x="12997" y="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dk2"/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96" name="Google Shape;196;p5"/>
                <p:cNvGrpSpPr/>
                <p:nvPr/>
              </p:nvGrpSpPr>
              <p:grpSpPr>
                <a:xfrm>
                  <a:off x="363249" y="4906873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197" name="Google Shape;197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198" name="Google Shape;198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199" name="Google Shape;199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00" name="Google Shape;200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1" name="Google Shape;201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2" name="Google Shape;202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3" name="Google Shape;203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4" name="Google Shape;204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</p:grpSp>
              </p:grpSp>
              <p:sp>
                <p:nvSpPr>
                  <p:cNvPr id="205" name="Google Shape;205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206" name="Google Shape;206;p5"/>
                <p:cNvGrpSpPr/>
                <p:nvPr/>
              </p:nvGrpSpPr>
              <p:grpSpPr>
                <a:xfrm rot="-5400000">
                  <a:off x="-461873" y="3769393"/>
                  <a:ext cx="1351491" cy="1047516"/>
                  <a:chOff x="-2460210" y="2758493"/>
                  <a:chExt cx="1351491" cy="1047516"/>
                </a:xfrm>
              </p:grpSpPr>
              <p:sp>
                <p:nvSpPr>
                  <p:cNvPr id="207" name="Google Shape;207;p5"/>
                  <p:cNvSpPr/>
                  <p:nvPr/>
                </p:nvSpPr>
                <p:spPr>
                  <a:xfrm rot="-2700000">
                    <a:off x="-2341816" y="31085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8" name="Google Shape;208;p5"/>
                  <p:cNvSpPr/>
                  <p:nvPr/>
                </p:nvSpPr>
                <p:spPr>
                  <a:xfrm rot="-2700000">
                    <a:off x="-2157466" y="30323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9" name="Google Shape;209;p5"/>
                  <p:cNvSpPr/>
                  <p:nvPr/>
                </p:nvSpPr>
                <p:spPr>
                  <a:xfrm rot="-2700000">
                    <a:off x="-1993591" y="29561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0" name="Google Shape;210;p5"/>
                  <p:cNvSpPr/>
                  <p:nvPr/>
                </p:nvSpPr>
                <p:spPr>
                  <a:xfrm rot="-2700000">
                    <a:off x="-1809241" y="28799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211" name="Google Shape;211;p5"/>
                <p:cNvGrpSpPr/>
                <p:nvPr/>
              </p:nvGrpSpPr>
              <p:grpSpPr>
                <a:xfrm>
                  <a:off x="438999" y="4567398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212" name="Google Shape;212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213" name="Google Shape;213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214" name="Google Shape;214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15" name="Google Shape;215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6" name="Google Shape;216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7" name="Google Shape;217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8" name="Google Shape;218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9" name="Google Shape;219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</p:grpSp>
              </p:grpSp>
              <p:sp>
                <p:nvSpPr>
                  <p:cNvPr id="220" name="Google Shape;220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221" name="Google Shape;221;p5"/>
                <p:cNvGrpSpPr/>
                <p:nvPr/>
              </p:nvGrpSpPr>
              <p:grpSpPr>
                <a:xfrm>
                  <a:off x="-65076" y="4623886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222" name="Google Shape;222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223" name="Google Shape;223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224" name="Google Shape;224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25" name="Google Shape;225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6" name="Google Shape;226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7" name="Google Shape;227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8" name="Google Shape;228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9" name="Google Shape;229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</p:grpSp>
              </p:grpSp>
              <p:sp>
                <p:nvSpPr>
                  <p:cNvPr id="230" name="Google Shape;230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231" name="Google Shape;231;p5"/>
            <p:cNvGrpSpPr/>
            <p:nvPr/>
          </p:nvGrpSpPr>
          <p:grpSpPr>
            <a:xfrm rot="5400000">
              <a:off x="1147388" y="4839000"/>
              <a:ext cx="439200" cy="439100"/>
              <a:chOff x="1101075" y="2142375"/>
              <a:chExt cx="439200" cy="439100"/>
            </a:xfrm>
          </p:grpSpPr>
          <p:sp>
            <p:nvSpPr>
              <p:cNvPr id="232" name="Google Shape;232;p5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5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34" name="Google Shape;234;p5"/>
          <p:cNvGrpSpPr/>
          <p:nvPr/>
        </p:nvGrpSpPr>
        <p:grpSpPr>
          <a:xfrm>
            <a:off x="-2352525" y="-402069"/>
            <a:ext cx="5307515" cy="2438355"/>
            <a:chOff x="-2276325" y="-249669"/>
            <a:chExt cx="5307515" cy="2438355"/>
          </a:xfrm>
        </p:grpSpPr>
        <p:grpSp>
          <p:nvGrpSpPr>
            <p:cNvPr id="235" name="Google Shape;235;p5"/>
            <p:cNvGrpSpPr/>
            <p:nvPr/>
          </p:nvGrpSpPr>
          <p:grpSpPr>
            <a:xfrm rot="10800000">
              <a:off x="-1297788" y="-249669"/>
              <a:ext cx="2601921" cy="2438355"/>
              <a:chOff x="7340128" y="2866613"/>
              <a:chExt cx="2439225" cy="2438355"/>
            </a:xfrm>
          </p:grpSpPr>
          <p:sp>
            <p:nvSpPr>
              <p:cNvPr id="236" name="Google Shape;236;p5"/>
              <p:cNvSpPr/>
              <p:nvPr/>
            </p:nvSpPr>
            <p:spPr>
              <a:xfrm rot="2700000" flipH="1">
                <a:off x="8012290" y="2875755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5"/>
              <p:cNvSpPr/>
              <p:nvPr/>
            </p:nvSpPr>
            <p:spPr>
              <a:xfrm rot="2700000" flipH="1">
                <a:off x="8125398" y="2987994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8" name="Google Shape;238;p5"/>
            <p:cNvSpPr/>
            <p:nvPr/>
          </p:nvSpPr>
          <p:spPr>
            <a:xfrm rot="-5400000">
              <a:off x="1755111" y="-896010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9" name="Google Shape;239;p5"/>
            <p:cNvGrpSpPr/>
            <p:nvPr/>
          </p:nvGrpSpPr>
          <p:grpSpPr>
            <a:xfrm>
              <a:off x="-2276325" y="245976"/>
              <a:ext cx="4558967" cy="134100"/>
              <a:chOff x="796100" y="3019701"/>
              <a:chExt cx="4558967" cy="134100"/>
            </a:xfrm>
          </p:grpSpPr>
          <p:sp>
            <p:nvSpPr>
              <p:cNvPr id="240" name="Google Shape;240;p5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41" name="Google Shape;241;p5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42" name="Google Shape;242;p5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3" name="Google Shape;243;p5"/>
          <p:cNvGrpSpPr/>
          <p:nvPr/>
        </p:nvGrpSpPr>
        <p:grpSpPr>
          <a:xfrm>
            <a:off x="6795100" y="3095213"/>
            <a:ext cx="4558967" cy="2438355"/>
            <a:chOff x="6490300" y="2866613"/>
            <a:chExt cx="4558967" cy="2438355"/>
          </a:xfrm>
        </p:grpSpPr>
        <p:grpSp>
          <p:nvGrpSpPr>
            <p:cNvPr id="244" name="Google Shape;244;p5"/>
            <p:cNvGrpSpPr/>
            <p:nvPr/>
          </p:nvGrpSpPr>
          <p:grpSpPr>
            <a:xfrm>
              <a:off x="7340128" y="2866613"/>
              <a:ext cx="2439225" cy="2438355"/>
              <a:chOff x="7340128" y="2866613"/>
              <a:chExt cx="2439225" cy="2438355"/>
            </a:xfrm>
          </p:grpSpPr>
          <p:sp>
            <p:nvSpPr>
              <p:cNvPr id="245" name="Google Shape;245;p5"/>
              <p:cNvSpPr/>
              <p:nvPr/>
            </p:nvSpPr>
            <p:spPr>
              <a:xfrm rot="2700000" flipH="1">
                <a:off x="8012290" y="2875755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5"/>
              <p:cNvSpPr/>
              <p:nvPr/>
            </p:nvSpPr>
            <p:spPr>
              <a:xfrm rot="2700000" flipH="1">
                <a:off x="8125398" y="2987994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7" name="Google Shape;247;p5"/>
            <p:cNvGrpSpPr/>
            <p:nvPr/>
          </p:nvGrpSpPr>
          <p:grpSpPr>
            <a:xfrm rot="10800000">
              <a:off x="6490300" y="4774026"/>
              <a:ext cx="4558967" cy="134100"/>
              <a:chOff x="796100" y="3019701"/>
              <a:chExt cx="4558967" cy="134100"/>
            </a:xfrm>
          </p:grpSpPr>
          <p:sp>
            <p:nvSpPr>
              <p:cNvPr id="248" name="Google Shape;248;p5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49" name="Google Shape;249;p5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0" name="Google Shape;250;p5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96" name="Google Shape;496;p13"/>
          <p:cNvSpPr txBox="1">
            <a:spLocks noGrp="1"/>
          </p:cNvSpPr>
          <p:nvPr>
            <p:ph type="subTitle" idx="1"/>
          </p:nvPr>
        </p:nvSpPr>
        <p:spPr>
          <a:xfrm>
            <a:off x="720000" y="2244725"/>
            <a:ext cx="26610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7" name="Google Shape;497;p13"/>
          <p:cNvSpPr txBox="1">
            <a:spLocks noGrp="1"/>
          </p:cNvSpPr>
          <p:nvPr>
            <p:ph type="subTitle" idx="2"/>
          </p:nvPr>
        </p:nvSpPr>
        <p:spPr>
          <a:xfrm>
            <a:off x="4366700" y="2244725"/>
            <a:ext cx="26610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8" name="Google Shape;498;p13"/>
          <p:cNvSpPr txBox="1">
            <a:spLocks noGrp="1"/>
          </p:cNvSpPr>
          <p:nvPr>
            <p:ph type="subTitle" idx="3"/>
          </p:nvPr>
        </p:nvSpPr>
        <p:spPr>
          <a:xfrm>
            <a:off x="720000" y="3940900"/>
            <a:ext cx="26610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9" name="Google Shape;499;p13"/>
          <p:cNvSpPr txBox="1">
            <a:spLocks noGrp="1"/>
          </p:cNvSpPr>
          <p:nvPr>
            <p:ph type="subTitle" idx="4"/>
          </p:nvPr>
        </p:nvSpPr>
        <p:spPr>
          <a:xfrm>
            <a:off x="4366700" y="3940900"/>
            <a:ext cx="26610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0" name="Google Shape;500;p13"/>
          <p:cNvSpPr txBox="1">
            <a:spLocks noGrp="1"/>
          </p:cNvSpPr>
          <p:nvPr>
            <p:ph type="title" idx="5" hasCustomPrompt="1"/>
          </p:nvPr>
        </p:nvSpPr>
        <p:spPr>
          <a:xfrm>
            <a:off x="720003" y="1344775"/>
            <a:ext cx="1057500" cy="64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3"/>
          <p:cNvSpPr txBox="1">
            <a:spLocks noGrp="1"/>
          </p:cNvSpPr>
          <p:nvPr>
            <p:ph type="title" idx="6" hasCustomPrompt="1"/>
          </p:nvPr>
        </p:nvSpPr>
        <p:spPr>
          <a:xfrm>
            <a:off x="720003" y="3040971"/>
            <a:ext cx="1057500" cy="64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502" name="Google Shape;502;p13"/>
          <p:cNvSpPr txBox="1">
            <a:spLocks noGrp="1"/>
          </p:cNvSpPr>
          <p:nvPr>
            <p:ph type="title" idx="7" hasCustomPrompt="1"/>
          </p:nvPr>
        </p:nvSpPr>
        <p:spPr>
          <a:xfrm>
            <a:off x="4366698" y="1344775"/>
            <a:ext cx="1057500" cy="64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3"/>
          <p:cNvSpPr txBox="1">
            <a:spLocks noGrp="1"/>
          </p:cNvSpPr>
          <p:nvPr>
            <p:ph type="title" idx="8" hasCustomPrompt="1"/>
          </p:nvPr>
        </p:nvSpPr>
        <p:spPr>
          <a:xfrm>
            <a:off x="4366698" y="3040971"/>
            <a:ext cx="1057500" cy="64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504" name="Google Shape;504;p13"/>
          <p:cNvSpPr txBox="1">
            <a:spLocks noGrp="1"/>
          </p:cNvSpPr>
          <p:nvPr>
            <p:ph type="subTitle" idx="9"/>
          </p:nvPr>
        </p:nvSpPr>
        <p:spPr>
          <a:xfrm>
            <a:off x="720000" y="1918675"/>
            <a:ext cx="32337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19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endParaRPr/>
          </a:p>
        </p:txBody>
      </p:sp>
      <p:sp>
        <p:nvSpPr>
          <p:cNvPr id="505" name="Google Shape;505;p13"/>
          <p:cNvSpPr txBox="1">
            <a:spLocks noGrp="1"/>
          </p:cNvSpPr>
          <p:nvPr>
            <p:ph type="subTitle" idx="13"/>
          </p:nvPr>
        </p:nvSpPr>
        <p:spPr>
          <a:xfrm>
            <a:off x="4366698" y="1918675"/>
            <a:ext cx="32337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19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endParaRPr/>
          </a:p>
        </p:txBody>
      </p:sp>
      <p:sp>
        <p:nvSpPr>
          <p:cNvPr id="506" name="Google Shape;506;p13"/>
          <p:cNvSpPr txBox="1">
            <a:spLocks noGrp="1"/>
          </p:cNvSpPr>
          <p:nvPr>
            <p:ph type="subTitle" idx="14"/>
          </p:nvPr>
        </p:nvSpPr>
        <p:spPr>
          <a:xfrm>
            <a:off x="720000" y="3614801"/>
            <a:ext cx="32337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19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507" name="Google Shape;507;p13"/>
          <p:cNvSpPr txBox="1">
            <a:spLocks noGrp="1"/>
          </p:cNvSpPr>
          <p:nvPr>
            <p:ph type="subTitle" idx="15"/>
          </p:nvPr>
        </p:nvSpPr>
        <p:spPr>
          <a:xfrm>
            <a:off x="4366698" y="3614801"/>
            <a:ext cx="32337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19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grpSp>
        <p:nvGrpSpPr>
          <p:cNvPr id="508" name="Google Shape;508;p13"/>
          <p:cNvGrpSpPr/>
          <p:nvPr/>
        </p:nvGrpSpPr>
        <p:grpSpPr>
          <a:xfrm>
            <a:off x="-808923" y="2711465"/>
            <a:ext cx="2097951" cy="3309497"/>
            <a:chOff x="-656523" y="2711465"/>
            <a:chExt cx="2097951" cy="3309497"/>
          </a:xfrm>
        </p:grpSpPr>
        <p:sp>
          <p:nvSpPr>
            <p:cNvPr id="509" name="Google Shape;509;p13"/>
            <p:cNvSpPr/>
            <p:nvPr/>
          </p:nvSpPr>
          <p:spPr>
            <a:xfrm flipH="1">
              <a:off x="-352474" y="4279466"/>
              <a:ext cx="1139424" cy="986746"/>
            </a:xfrm>
            <a:custGeom>
              <a:avLst/>
              <a:gdLst/>
              <a:ahLst/>
              <a:cxnLst/>
              <a:rect l="l" t="t" r="r" b="b"/>
              <a:pathLst>
                <a:path w="51285" h="44413" extrusionOk="0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0" name="Google Shape;510;p13"/>
            <p:cNvGrpSpPr/>
            <p:nvPr/>
          </p:nvGrpSpPr>
          <p:grpSpPr>
            <a:xfrm>
              <a:off x="323479" y="4682324"/>
              <a:ext cx="328346" cy="328531"/>
              <a:chOff x="3678700" y="407275"/>
              <a:chExt cx="708100" cy="708500"/>
            </a:xfrm>
          </p:grpSpPr>
          <p:sp>
            <p:nvSpPr>
              <p:cNvPr id="511" name="Google Shape;511;p13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13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3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13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13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13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13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18" name="Google Shape;518;p13"/>
            <p:cNvGrpSpPr/>
            <p:nvPr/>
          </p:nvGrpSpPr>
          <p:grpSpPr>
            <a:xfrm>
              <a:off x="-541317" y="2711465"/>
              <a:ext cx="1117945" cy="1598547"/>
              <a:chOff x="-541317" y="2711465"/>
              <a:chExt cx="1117945" cy="1598547"/>
            </a:xfrm>
          </p:grpSpPr>
          <p:sp>
            <p:nvSpPr>
              <p:cNvPr id="519" name="Google Shape;519;p13"/>
              <p:cNvSpPr/>
              <p:nvPr/>
            </p:nvSpPr>
            <p:spPr>
              <a:xfrm rot="8999999">
                <a:off x="-132025" y="2659081"/>
                <a:ext cx="246869" cy="1703314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rgbClr val="0C0A9E">
                  <a:alpha val="313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20" name="Google Shape;520;p13"/>
              <p:cNvGrpSpPr/>
              <p:nvPr/>
            </p:nvGrpSpPr>
            <p:grpSpPr>
              <a:xfrm>
                <a:off x="442584" y="4120912"/>
                <a:ext cx="134044" cy="134013"/>
                <a:chOff x="1101075" y="2142375"/>
                <a:chExt cx="439200" cy="439100"/>
              </a:xfrm>
            </p:grpSpPr>
            <p:sp>
              <p:nvSpPr>
                <p:cNvPr id="521" name="Google Shape;521;p13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2" name="Google Shape;522;p13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23" name="Google Shape;523;p13"/>
            <p:cNvGrpSpPr/>
            <p:nvPr/>
          </p:nvGrpSpPr>
          <p:grpSpPr>
            <a:xfrm rot="-9080766">
              <a:off x="-341725" y="3731687"/>
              <a:ext cx="1117904" cy="1598488"/>
              <a:chOff x="-541317" y="2711465"/>
              <a:chExt cx="1117945" cy="1598547"/>
            </a:xfrm>
          </p:grpSpPr>
          <p:sp>
            <p:nvSpPr>
              <p:cNvPr id="524" name="Google Shape;524;p13"/>
              <p:cNvSpPr/>
              <p:nvPr/>
            </p:nvSpPr>
            <p:spPr>
              <a:xfrm rot="8999999">
                <a:off x="-132025" y="2659081"/>
                <a:ext cx="246869" cy="1703314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rgbClr val="0C0A9E">
                  <a:alpha val="313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25" name="Google Shape;525;p13"/>
              <p:cNvGrpSpPr/>
              <p:nvPr/>
            </p:nvGrpSpPr>
            <p:grpSpPr>
              <a:xfrm>
                <a:off x="442584" y="4120912"/>
                <a:ext cx="134044" cy="134013"/>
                <a:chOff x="1101075" y="2142375"/>
                <a:chExt cx="439200" cy="439100"/>
              </a:xfrm>
            </p:grpSpPr>
            <p:sp>
              <p:nvSpPr>
                <p:cNvPr id="526" name="Google Shape;526;p13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7" name="Google Shape;527;p13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28" name="Google Shape;528;p13"/>
            <p:cNvGrpSpPr/>
            <p:nvPr/>
          </p:nvGrpSpPr>
          <p:grpSpPr>
            <a:xfrm rot="10800000">
              <a:off x="323483" y="4422415"/>
              <a:ext cx="1117945" cy="1598547"/>
              <a:chOff x="-541317" y="2711465"/>
              <a:chExt cx="1117945" cy="1598547"/>
            </a:xfrm>
          </p:grpSpPr>
          <p:sp>
            <p:nvSpPr>
              <p:cNvPr id="529" name="Google Shape;529;p13"/>
              <p:cNvSpPr/>
              <p:nvPr/>
            </p:nvSpPr>
            <p:spPr>
              <a:xfrm rot="8999999">
                <a:off x="-132025" y="2659081"/>
                <a:ext cx="246869" cy="1703314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rgbClr val="0C0A9E">
                  <a:alpha val="313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30" name="Google Shape;530;p13"/>
              <p:cNvGrpSpPr/>
              <p:nvPr/>
            </p:nvGrpSpPr>
            <p:grpSpPr>
              <a:xfrm>
                <a:off x="442584" y="4120912"/>
                <a:ext cx="134044" cy="134013"/>
                <a:chOff x="1101075" y="2142375"/>
                <a:chExt cx="439200" cy="439100"/>
              </a:xfrm>
            </p:grpSpPr>
            <p:sp>
              <p:nvSpPr>
                <p:cNvPr id="531" name="Google Shape;531;p13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2" name="Google Shape;532;p13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533" name="Google Shape;533;p13"/>
          <p:cNvGrpSpPr/>
          <p:nvPr/>
        </p:nvGrpSpPr>
        <p:grpSpPr>
          <a:xfrm>
            <a:off x="6470875" y="-1735180"/>
            <a:ext cx="4257000" cy="4171657"/>
            <a:chOff x="6394675" y="-1658980"/>
            <a:chExt cx="4257000" cy="4171657"/>
          </a:xfrm>
        </p:grpSpPr>
        <p:grpSp>
          <p:nvGrpSpPr>
            <p:cNvPr id="534" name="Google Shape;534;p13"/>
            <p:cNvGrpSpPr/>
            <p:nvPr/>
          </p:nvGrpSpPr>
          <p:grpSpPr>
            <a:xfrm rot="-2700000" flipH="1">
              <a:off x="7289785" y="-1246897"/>
              <a:ext cx="2552124" cy="3347490"/>
              <a:chOff x="2976325" y="908175"/>
              <a:chExt cx="4028179" cy="5283555"/>
            </a:xfrm>
          </p:grpSpPr>
          <p:sp>
            <p:nvSpPr>
              <p:cNvPr id="535" name="Google Shape;535;p13"/>
              <p:cNvSpPr/>
              <p:nvPr/>
            </p:nvSpPr>
            <p:spPr>
              <a:xfrm>
                <a:off x="2976325" y="930036"/>
                <a:ext cx="4006263" cy="4749291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13"/>
              <p:cNvSpPr/>
              <p:nvPr/>
            </p:nvSpPr>
            <p:spPr>
              <a:xfrm>
                <a:off x="3934943" y="908175"/>
                <a:ext cx="2925190" cy="3057668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13"/>
              <p:cNvSpPr/>
              <p:nvPr/>
            </p:nvSpPr>
            <p:spPr>
              <a:xfrm>
                <a:off x="3851189" y="1072525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38" name="Google Shape;538;p13"/>
            <p:cNvSpPr/>
            <p:nvPr/>
          </p:nvSpPr>
          <p:spPr>
            <a:xfrm>
              <a:off x="6394675" y="0"/>
              <a:ext cx="284119" cy="246048"/>
            </a:xfrm>
            <a:custGeom>
              <a:avLst/>
              <a:gdLst/>
              <a:ahLst/>
              <a:cxnLst/>
              <a:rect l="l" t="t" r="r" b="b"/>
              <a:pathLst>
                <a:path w="51285" h="44413" extrusionOk="0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>
              <a:gsLst>
                <a:gs pos="0">
                  <a:srgbClr val="0C0A9E">
                    <a:alpha val="2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13"/>
            <p:cNvSpPr/>
            <p:nvPr/>
          </p:nvSpPr>
          <p:spPr>
            <a:xfrm>
              <a:off x="6627600" y="-49075"/>
              <a:ext cx="570546" cy="494095"/>
            </a:xfrm>
            <a:custGeom>
              <a:avLst/>
              <a:gdLst/>
              <a:ahLst/>
              <a:cxnLst/>
              <a:rect l="l" t="t" r="r" b="b"/>
              <a:pathLst>
                <a:path w="51285" h="44413" extrusionOk="0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0" name="Google Shape;540;p13"/>
          <p:cNvGrpSpPr/>
          <p:nvPr/>
        </p:nvGrpSpPr>
        <p:grpSpPr>
          <a:xfrm>
            <a:off x="-113888" y="229201"/>
            <a:ext cx="1891393" cy="134100"/>
            <a:chOff x="-113888" y="229201"/>
            <a:chExt cx="1891393" cy="134100"/>
          </a:xfrm>
        </p:grpSpPr>
        <p:sp>
          <p:nvSpPr>
            <p:cNvPr id="541" name="Google Shape;541;p13"/>
            <p:cNvSpPr/>
            <p:nvPr/>
          </p:nvSpPr>
          <p:spPr>
            <a:xfrm>
              <a:off x="1643404" y="2292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42" name="Google Shape;542;p13"/>
            <p:cNvCxnSpPr/>
            <p:nvPr/>
          </p:nvCxnSpPr>
          <p:spPr>
            <a:xfrm rot="10800000">
              <a:off x="783712" y="-601348"/>
              <a:ext cx="0" cy="1795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43" name="Google Shape;543;p13"/>
            <p:cNvSpPr/>
            <p:nvPr/>
          </p:nvSpPr>
          <p:spPr>
            <a:xfrm>
              <a:off x="1673517" y="2593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"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61" name="Google Shape;761;p19"/>
          <p:cNvSpPr txBox="1">
            <a:spLocks noGrp="1"/>
          </p:cNvSpPr>
          <p:nvPr>
            <p:ph type="subTitle" idx="1"/>
          </p:nvPr>
        </p:nvSpPr>
        <p:spPr>
          <a:xfrm>
            <a:off x="4881006" y="1786675"/>
            <a:ext cx="3543000" cy="18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2" name="Google Shape;762;p19"/>
          <p:cNvSpPr txBox="1">
            <a:spLocks noGrp="1"/>
          </p:cNvSpPr>
          <p:nvPr>
            <p:ph type="subTitle" idx="2"/>
          </p:nvPr>
        </p:nvSpPr>
        <p:spPr>
          <a:xfrm>
            <a:off x="720000" y="1786675"/>
            <a:ext cx="3543000" cy="18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763" name="Google Shape;763;p19"/>
          <p:cNvGrpSpPr/>
          <p:nvPr/>
        </p:nvGrpSpPr>
        <p:grpSpPr>
          <a:xfrm>
            <a:off x="-96329" y="4888563"/>
            <a:ext cx="1590408" cy="88125"/>
            <a:chOff x="124624" y="4953514"/>
            <a:chExt cx="1137387" cy="88142"/>
          </a:xfrm>
        </p:grpSpPr>
        <p:sp>
          <p:nvSpPr>
            <p:cNvPr id="764" name="Google Shape;764;p19"/>
            <p:cNvSpPr/>
            <p:nvPr/>
          </p:nvSpPr>
          <p:spPr>
            <a:xfrm rot="5400000">
              <a:off x="687043" y="4391096"/>
              <a:ext cx="12551" cy="1137387"/>
            </a:xfrm>
            <a:custGeom>
              <a:avLst/>
              <a:gdLst/>
              <a:ahLst/>
              <a:cxnLst/>
              <a:rect l="l" t="t" r="r" b="b"/>
              <a:pathLst>
                <a:path w="306" h="27731" extrusionOk="0">
                  <a:moveTo>
                    <a:pt x="1" y="1"/>
                  </a:moveTo>
                  <a:lnTo>
                    <a:pt x="1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46820"/>
                  </a:srgbClr>
                </a:gs>
                <a:gs pos="100000">
                  <a:srgbClr val="FFFFFF">
                    <a:alpha val="0"/>
                    <a:alpha val="4682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19"/>
            <p:cNvSpPr/>
            <p:nvPr/>
          </p:nvSpPr>
          <p:spPr>
            <a:xfrm rot="5400000">
              <a:off x="687063" y="4466709"/>
              <a:ext cx="12510" cy="1137387"/>
            </a:xfrm>
            <a:custGeom>
              <a:avLst/>
              <a:gdLst/>
              <a:ahLst/>
              <a:cxnLst/>
              <a:rect l="l" t="t" r="r" b="b"/>
              <a:pathLst>
                <a:path w="305" h="27731" extrusionOk="0">
                  <a:moveTo>
                    <a:pt x="0" y="1"/>
                  </a:moveTo>
                  <a:lnTo>
                    <a:pt x="0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46820"/>
                  </a:srgbClr>
                </a:gs>
                <a:gs pos="100000">
                  <a:srgbClr val="FFFFFF">
                    <a:alpha val="0"/>
                    <a:alpha val="4682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6" name="Google Shape;766;p19"/>
          <p:cNvGrpSpPr/>
          <p:nvPr/>
        </p:nvGrpSpPr>
        <p:grpSpPr>
          <a:xfrm>
            <a:off x="6883700" y="1385725"/>
            <a:ext cx="4028179" cy="5283555"/>
            <a:chOff x="6883700" y="1385725"/>
            <a:chExt cx="4028179" cy="5283555"/>
          </a:xfrm>
        </p:grpSpPr>
        <p:sp>
          <p:nvSpPr>
            <p:cNvPr id="767" name="Google Shape;767;p19"/>
            <p:cNvSpPr/>
            <p:nvPr/>
          </p:nvSpPr>
          <p:spPr>
            <a:xfrm>
              <a:off x="6883700" y="1407586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19"/>
            <p:cNvSpPr/>
            <p:nvPr/>
          </p:nvSpPr>
          <p:spPr>
            <a:xfrm>
              <a:off x="7842318" y="1385725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19"/>
            <p:cNvSpPr/>
            <p:nvPr/>
          </p:nvSpPr>
          <p:spPr>
            <a:xfrm>
              <a:off x="7734200" y="2571774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19"/>
            <p:cNvSpPr/>
            <p:nvPr/>
          </p:nvSpPr>
          <p:spPr>
            <a:xfrm>
              <a:off x="7758564" y="1550075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71" name="Google Shape;771;p19"/>
          <p:cNvGrpSpPr/>
          <p:nvPr/>
        </p:nvGrpSpPr>
        <p:grpSpPr>
          <a:xfrm>
            <a:off x="4598006" y="-1699037"/>
            <a:ext cx="5579794" cy="3203424"/>
            <a:chOff x="4521806" y="-1546637"/>
            <a:chExt cx="5579794" cy="3203424"/>
          </a:xfrm>
        </p:grpSpPr>
        <p:grpSp>
          <p:nvGrpSpPr>
            <p:cNvPr id="772" name="Google Shape;772;p19"/>
            <p:cNvGrpSpPr/>
            <p:nvPr/>
          </p:nvGrpSpPr>
          <p:grpSpPr>
            <a:xfrm>
              <a:off x="4619858" y="-154439"/>
              <a:ext cx="916824" cy="700199"/>
              <a:chOff x="4619858" y="-154439"/>
              <a:chExt cx="916824" cy="700199"/>
            </a:xfrm>
          </p:grpSpPr>
          <p:sp>
            <p:nvSpPr>
              <p:cNvPr id="773" name="Google Shape;773;p19"/>
              <p:cNvSpPr/>
              <p:nvPr/>
            </p:nvSpPr>
            <p:spPr>
              <a:xfrm>
                <a:off x="4823308" y="126723"/>
                <a:ext cx="483874" cy="419037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Google Shape;774;p19"/>
              <p:cNvSpPr/>
              <p:nvPr/>
            </p:nvSpPr>
            <p:spPr>
              <a:xfrm>
                <a:off x="4619858" y="-114577"/>
                <a:ext cx="483874" cy="419037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Google Shape;775;p19"/>
              <p:cNvSpPr/>
              <p:nvPr/>
            </p:nvSpPr>
            <p:spPr>
              <a:xfrm>
                <a:off x="5052808" y="-154439"/>
                <a:ext cx="483874" cy="419037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776" name="Google Shape;776;p19"/>
            <p:cNvPicPr preferRelativeResize="0"/>
            <p:nvPr/>
          </p:nvPicPr>
          <p:blipFill rotWithShape="1">
            <a:blip r:embed="rId2">
              <a:alphaModFix/>
            </a:blip>
            <a:srcRect l="16960" t="24719" r="7121" b="26177"/>
            <a:stretch/>
          </p:blipFill>
          <p:spPr>
            <a:xfrm>
              <a:off x="5904350" y="-1546637"/>
              <a:ext cx="4197251" cy="32034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77" name="Google Shape;777;p19"/>
            <p:cNvSpPr/>
            <p:nvPr/>
          </p:nvSpPr>
          <p:spPr>
            <a:xfrm rot="-5400000">
              <a:off x="5282845" y="-1058949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19"/>
            <p:cNvSpPr/>
            <p:nvPr/>
          </p:nvSpPr>
          <p:spPr>
            <a:xfrm rot="-5400000">
              <a:off x="5282230" y="-899603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79" name="Google Shape;779;p19"/>
            <p:cNvGrpSpPr/>
            <p:nvPr/>
          </p:nvGrpSpPr>
          <p:grpSpPr>
            <a:xfrm rot="10800000">
              <a:off x="8323180" y="210225"/>
              <a:ext cx="1493503" cy="88125"/>
              <a:chOff x="124624" y="4953514"/>
              <a:chExt cx="1137387" cy="88142"/>
            </a:xfrm>
          </p:grpSpPr>
          <p:sp>
            <p:nvSpPr>
              <p:cNvPr id="780" name="Google Shape;780;p19"/>
              <p:cNvSpPr/>
              <p:nvPr/>
            </p:nvSpPr>
            <p:spPr>
              <a:xfrm rot="5400000">
                <a:off x="687043" y="4391096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Google Shape;781;p19"/>
              <p:cNvSpPr/>
              <p:nvPr/>
            </p:nvSpPr>
            <p:spPr>
              <a:xfrm rot="5400000">
                <a:off x="687063" y="4466709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82" name="Google Shape;782;p19"/>
            <p:cNvGrpSpPr/>
            <p:nvPr/>
          </p:nvGrpSpPr>
          <p:grpSpPr>
            <a:xfrm>
              <a:off x="4619231" y="-32636"/>
              <a:ext cx="254987" cy="255131"/>
              <a:chOff x="3678700" y="407275"/>
              <a:chExt cx="708100" cy="708500"/>
            </a:xfrm>
          </p:grpSpPr>
          <p:sp>
            <p:nvSpPr>
              <p:cNvPr id="783" name="Google Shape;783;p19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Google Shape;784;p19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Google Shape;785;p19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Google Shape;786;p19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Google Shape;787;p19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Google Shape;788;p19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Google Shape;789;p19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90" name="Google Shape;790;p19"/>
            <p:cNvGrpSpPr/>
            <p:nvPr/>
          </p:nvGrpSpPr>
          <p:grpSpPr>
            <a:xfrm>
              <a:off x="4521806" y="126714"/>
              <a:ext cx="254987" cy="255131"/>
              <a:chOff x="3678700" y="407275"/>
              <a:chExt cx="708100" cy="708500"/>
            </a:xfrm>
          </p:grpSpPr>
          <p:sp>
            <p:nvSpPr>
              <p:cNvPr id="791" name="Google Shape;791;p19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Google Shape;792;p19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Google Shape;793;p19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Google Shape;794;p19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Google Shape;795;p19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Google Shape;796;p19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Google Shape;797;p19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25"/>
          <p:cNvSpPr txBox="1">
            <a:spLocks noGrp="1"/>
          </p:cNvSpPr>
          <p:nvPr>
            <p:ph type="subTitle" idx="1"/>
          </p:nvPr>
        </p:nvSpPr>
        <p:spPr>
          <a:xfrm>
            <a:off x="720000" y="3520475"/>
            <a:ext cx="1981800" cy="10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3" name="Google Shape;1113;p25"/>
          <p:cNvSpPr txBox="1">
            <a:spLocks noGrp="1"/>
          </p:cNvSpPr>
          <p:nvPr>
            <p:ph type="subTitle" idx="2"/>
          </p:nvPr>
        </p:nvSpPr>
        <p:spPr>
          <a:xfrm>
            <a:off x="3584484" y="3520475"/>
            <a:ext cx="1981800" cy="10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4" name="Google Shape;1114;p25"/>
          <p:cNvSpPr txBox="1">
            <a:spLocks noGrp="1"/>
          </p:cNvSpPr>
          <p:nvPr>
            <p:ph type="subTitle" idx="3"/>
          </p:nvPr>
        </p:nvSpPr>
        <p:spPr>
          <a:xfrm>
            <a:off x="6448975" y="3520475"/>
            <a:ext cx="1981800" cy="10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5" name="Google Shape;1115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16" name="Google Shape;1116;p25"/>
          <p:cNvSpPr txBox="1">
            <a:spLocks noGrp="1"/>
          </p:cNvSpPr>
          <p:nvPr>
            <p:ph type="subTitle" idx="4"/>
          </p:nvPr>
        </p:nvSpPr>
        <p:spPr>
          <a:xfrm>
            <a:off x="720000" y="3194375"/>
            <a:ext cx="19818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117" name="Google Shape;1117;p25"/>
          <p:cNvSpPr txBox="1">
            <a:spLocks noGrp="1"/>
          </p:cNvSpPr>
          <p:nvPr>
            <p:ph type="subTitle" idx="5"/>
          </p:nvPr>
        </p:nvSpPr>
        <p:spPr>
          <a:xfrm>
            <a:off x="3584483" y="3194375"/>
            <a:ext cx="19818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118" name="Google Shape;1118;p25"/>
          <p:cNvSpPr txBox="1">
            <a:spLocks noGrp="1"/>
          </p:cNvSpPr>
          <p:nvPr>
            <p:ph type="subTitle" idx="6"/>
          </p:nvPr>
        </p:nvSpPr>
        <p:spPr>
          <a:xfrm>
            <a:off x="6448972" y="3194375"/>
            <a:ext cx="19818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119" name="Google Shape;1119;p25"/>
          <p:cNvSpPr>
            <a:spLocks noGrp="1"/>
          </p:cNvSpPr>
          <p:nvPr>
            <p:ph type="pic" idx="7"/>
          </p:nvPr>
        </p:nvSpPr>
        <p:spPr>
          <a:xfrm>
            <a:off x="720000" y="1236800"/>
            <a:ext cx="1981800" cy="166230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120" name="Google Shape;1120;p25"/>
          <p:cNvSpPr>
            <a:spLocks noGrp="1"/>
          </p:cNvSpPr>
          <p:nvPr>
            <p:ph type="pic" idx="8"/>
          </p:nvPr>
        </p:nvSpPr>
        <p:spPr>
          <a:xfrm>
            <a:off x="3584475" y="1236800"/>
            <a:ext cx="1981800" cy="166230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121" name="Google Shape;1121;p25"/>
          <p:cNvSpPr>
            <a:spLocks noGrp="1"/>
          </p:cNvSpPr>
          <p:nvPr>
            <p:ph type="pic" idx="9"/>
          </p:nvPr>
        </p:nvSpPr>
        <p:spPr>
          <a:xfrm>
            <a:off x="6448950" y="1236800"/>
            <a:ext cx="1981800" cy="166230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</p:sp>
      <p:grpSp>
        <p:nvGrpSpPr>
          <p:cNvPr id="1122" name="Google Shape;1122;p25"/>
          <p:cNvGrpSpPr/>
          <p:nvPr/>
        </p:nvGrpSpPr>
        <p:grpSpPr>
          <a:xfrm>
            <a:off x="-928041" y="3925887"/>
            <a:ext cx="2833357" cy="1517787"/>
            <a:chOff x="-623241" y="3849687"/>
            <a:chExt cx="2833357" cy="1517787"/>
          </a:xfrm>
        </p:grpSpPr>
        <p:grpSp>
          <p:nvGrpSpPr>
            <p:cNvPr id="1123" name="Google Shape;1123;p25"/>
            <p:cNvGrpSpPr/>
            <p:nvPr/>
          </p:nvGrpSpPr>
          <p:grpSpPr>
            <a:xfrm rot="5400000">
              <a:off x="-879113" y="4155104"/>
              <a:ext cx="1517787" cy="906953"/>
              <a:chOff x="-55500" y="4835979"/>
              <a:chExt cx="1517787" cy="906953"/>
            </a:xfrm>
          </p:grpSpPr>
          <p:sp>
            <p:nvSpPr>
              <p:cNvPr id="1124" name="Google Shape;1124;p25"/>
              <p:cNvSpPr/>
              <p:nvPr/>
            </p:nvSpPr>
            <p:spPr>
              <a:xfrm>
                <a:off x="-55500" y="4895154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Google Shape;1125;p25"/>
              <p:cNvSpPr/>
              <p:nvPr/>
            </p:nvSpPr>
            <p:spPr>
              <a:xfrm>
                <a:off x="522674" y="4951702"/>
                <a:ext cx="340329" cy="325895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Google Shape;1126;p25"/>
              <p:cNvSpPr/>
              <p:nvPr/>
            </p:nvSpPr>
            <p:spPr>
              <a:xfrm>
                <a:off x="401812" y="51855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Google Shape;1127;p25"/>
              <p:cNvSpPr/>
              <p:nvPr/>
            </p:nvSpPr>
            <p:spPr>
              <a:xfrm>
                <a:off x="880250" y="48359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28" name="Google Shape;1128;p25"/>
            <p:cNvGrpSpPr/>
            <p:nvPr/>
          </p:nvGrpSpPr>
          <p:grpSpPr>
            <a:xfrm>
              <a:off x="-623241" y="3946426"/>
              <a:ext cx="2833357" cy="1421047"/>
              <a:chOff x="-677366" y="4067276"/>
              <a:chExt cx="2833357" cy="1421047"/>
            </a:xfrm>
          </p:grpSpPr>
          <p:sp>
            <p:nvSpPr>
              <p:cNvPr id="1129" name="Google Shape;1129;p25"/>
              <p:cNvSpPr/>
              <p:nvPr/>
            </p:nvSpPr>
            <p:spPr>
              <a:xfrm rot="5400000">
                <a:off x="28789" y="3361120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30" name="Google Shape;1130;p25"/>
              <p:cNvGrpSpPr/>
              <p:nvPr/>
            </p:nvGrpSpPr>
            <p:grpSpPr>
              <a:xfrm>
                <a:off x="317735" y="4614472"/>
                <a:ext cx="161977" cy="161940"/>
                <a:chOff x="1101075" y="2142375"/>
                <a:chExt cx="439200" cy="439100"/>
              </a:xfrm>
            </p:grpSpPr>
            <p:sp>
              <p:nvSpPr>
                <p:cNvPr id="1131" name="Google Shape;1131;p25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2" name="Google Shape;1132;p25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133" name="Google Shape;1133;p25"/>
              <p:cNvGrpSpPr/>
              <p:nvPr/>
            </p:nvGrpSpPr>
            <p:grpSpPr>
              <a:xfrm rot="10800000">
                <a:off x="1700151" y="5032693"/>
                <a:ext cx="161977" cy="161940"/>
                <a:chOff x="1101075" y="2142375"/>
                <a:chExt cx="439200" cy="439100"/>
              </a:xfrm>
            </p:grpSpPr>
            <p:sp>
              <p:nvSpPr>
                <p:cNvPr id="1134" name="Google Shape;1134;p25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5" name="Google Shape;1135;p25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136" name="Google Shape;1136;p25"/>
            <p:cNvSpPr/>
            <p:nvPr/>
          </p:nvSpPr>
          <p:spPr>
            <a:xfrm rot="-5400000">
              <a:off x="289120" y="3696219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7" name="Google Shape;1137;p25"/>
          <p:cNvGrpSpPr/>
          <p:nvPr/>
        </p:nvGrpSpPr>
        <p:grpSpPr>
          <a:xfrm>
            <a:off x="6400125" y="-1754449"/>
            <a:ext cx="4189199" cy="3065874"/>
            <a:chOff x="6171525" y="-1678249"/>
            <a:chExt cx="4189199" cy="3065874"/>
          </a:xfrm>
        </p:grpSpPr>
        <p:sp>
          <p:nvSpPr>
            <p:cNvPr id="1138" name="Google Shape;1138;p25"/>
            <p:cNvSpPr/>
            <p:nvPr/>
          </p:nvSpPr>
          <p:spPr>
            <a:xfrm rot="-5400000">
              <a:off x="6808863" y="-808395"/>
              <a:ext cx="1558682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39" name="Google Shape;1139;p25"/>
            <p:cNvPicPr preferRelativeResize="0"/>
            <p:nvPr/>
          </p:nvPicPr>
          <p:blipFill rotWithShape="1">
            <a:blip r:embed="rId2">
              <a:alphaModFix/>
            </a:blip>
            <a:srcRect l="16960" t="24719" r="7121" b="26177"/>
            <a:stretch/>
          </p:blipFill>
          <p:spPr>
            <a:xfrm>
              <a:off x="6587425" y="-1678249"/>
              <a:ext cx="3773299" cy="287987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40" name="Google Shape;1140;p25"/>
            <p:cNvSpPr/>
            <p:nvPr/>
          </p:nvSpPr>
          <p:spPr>
            <a:xfrm>
              <a:off x="8292929" y="-80469"/>
              <a:ext cx="904284" cy="86593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1" name="Google Shape;1141;p25"/>
            <p:cNvGrpSpPr/>
            <p:nvPr/>
          </p:nvGrpSpPr>
          <p:grpSpPr>
            <a:xfrm rot="-2700000">
              <a:off x="8302147" y="61289"/>
              <a:ext cx="582044" cy="582419"/>
              <a:chOff x="959750" y="3039275"/>
              <a:chExt cx="582050" cy="582425"/>
            </a:xfrm>
          </p:grpSpPr>
          <p:sp>
            <p:nvSpPr>
              <p:cNvPr id="1142" name="Google Shape;1142;p25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Google Shape;1143;p25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Google Shape;1144;p25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25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25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25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25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9" name="Google Shape;1149;p25"/>
            <p:cNvGrpSpPr/>
            <p:nvPr/>
          </p:nvGrpSpPr>
          <p:grpSpPr>
            <a:xfrm rot="-2700000">
              <a:off x="8551447" y="61289"/>
              <a:ext cx="582044" cy="582419"/>
              <a:chOff x="959750" y="3039275"/>
              <a:chExt cx="582050" cy="582425"/>
            </a:xfrm>
          </p:grpSpPr>
          <p:sp>
            <p:nvSpPr>
              <p:cNvPr id="1150" name="Google Shape;1150;p25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25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25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25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25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25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25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57" name="Google Shape;1157;p25"/>
          <p:cNvGrpSpPr/>
          <p:nvPr/>
        </p:nvGrpSpPr>
        <p:grpSpPr>
          <a:xfrm rot="2700000">
            <a:off x="8945322" y="2352177"/>
            <a:ext cx="439196" cy="439096"/>
            <a:chOff x="1101075" y="2142375"/>
            <a:chExt cx="439200" cy="439100"/>
          </a:xfrm>
        </p:grpSpPr>
        <p:sp>
          <p:nvSpPr>
            <p:cNvPr id="1158" name="Google Shape;1158;p25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25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0" name="Google Shape;1160;p25"/>
          <p:cNvGrpSpPr/>
          <p:nvPr/>
        </p:nvGrpSpPr>
        <p:grpSpPr>
          <a:xfrm rot="10800000">
            <a:off x="4995775" y="180626"/>
            <a:ext cx="4558967" cy="134100"/>
            <a:chOff x="796100" y="3019701"/>
            <a:chExt cx="4558967" cy="134100"/>
          </a:xfrm>
        </p:grpSpPr>
        <p:sp>
          <p:nvSpPr>
            <p:cNvPr id="1161" name="Google Shape;1161;p25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62" name="Google Shape;1162;p25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63" name="Google Shape;1163;p25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9" name="Google Shape;1339;p30"/>
          <p:cNvGrpSpPr/>
          <p:nvPr/>
        </p:nvGrpSpPr>
        <p:grpSpPr>
          <a:xfrm>
            <a:off x="-623241" y="3925887"/>
            <a:ext cx="2833357" cy="1517787"/>
            <a:chOff x="-623241" y="3849687"/>
            <a:chExt cx="2833357" cy="1517787"/>
          </a:xfrm>
        </p:grpSpPr>
        <p:grpSp>
          <p:nvGrpSpPr>
            <p:cNvPr id="1340" name="Google Shape;1340;p30"/>
            <p:cNvGrpSpPr/>
            <p:nvPr/>
          </p:nvGrpSpPr>
          <p:grpSpPr>
            <a:xfrm rot="5400000">
              <a:off x="-879113" y="4155104"/>
              <a:ext cx="1517787" cy="906953"/>
              <a:chOff x="-55500" y="4835979"/>
              <a:chExt cx="1517787" cy="906953"/>
            </a:xfrm>
          </p:grpSpPr>
          <p:sp>
            <p:nvSpPr>
              <p:cNvPr id="1341" name="Google Shape;1341;p30"/>
              <p:cNvSpPr/>
              <p:nvPr/>
            </p:nvSpPr>
            <p:spPr>
              <a:xfrm>
                <a:off x="-55500" y="4895154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0"/>
              <p:cNvSpPr/>
              <p:nvPr/>
            </p:nvSpPr>
            <p:spPr>
              <a:xfrm>
                <a:off x="522674" y="4951702"/>
                <a:ext cx="340329" cy="325895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0"/>
              <p:cNvSpPr/>
              <p:nvPr/>
            </p:nvSpPr>
            <p:spPr>
              <a:xfrm>
                <a:off x="401812" y="51855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0"/>
              <p:cNvSpPr/>
              <p:nvPr/>
            </p:nvSpPr>
            <p:spPr>
              <a:xfrm>
                <a:off x="880250" y="48359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45" name="Google Shape;1345;p30"/>
            <p:cNvGrpSpPr/>
            <p:nvPr/>
          </p:nvGrpSpPr>
          <p:grpSpPr>
            <a:xfrm>
              <a:off x="-623241" y="3946426"/>
              <a:ext cx="2833357" cy="1421047"/>
              <a:chOff x="-677366" y="4067276"/>
              <a:chExt cx="2833357" cy="1421047"/>
            </a:xfrm>
          </p:grpSpPr>
          <p:sp>
            <p:nvSpPr>
              <p:cNvPr id="1346" name="Google Shape;1346;p30"/>
              <p:cNvSpPr/>
              <p:nvPr/>
            </p:nvSpPr>
            <p:spPr>
              <a:xfrm rot="5400000">
                <a:off x="28789" y="3361120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347" name="Google Shape;1347;p30"/>
              <p:cNvGrpSpPr/>
              <p:nvPr/>
            </p:nvGrpSpPr>
            <p:grpSpPr>
              <a:xfrm>
                <a:off x="317735" y="4614472"/>
                <a:ext cx="161977" cy="161940"/>
                <a:chOff x="1101075" y="2142375"/>
                <a:chExt cx="439200" cy="439100"/>
              </a:xfrm>
            </p:grpSpPr>
            <p:sp>
              <p:nvSpPr>
                <p:cNvPr id="1348" name="Google Shape;1348;p30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49" name="Google Shape;1349;p30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350" name="Google Shape;1350;p30"/>
              <p:cNvGrpSpPr/>
              <p:nvPr/>
            </p:nvGrpSpPr>
            <p:grpSpPr>
              <a:xfrm rot="10800000">
                <a:off x="1700151" y="5032693"/>
                <a:ext cx="161977" cy="161940"/>
                <a:chOff x="1101075" y="2142375"/>
                <a:chExt cx="439200" cy="439100"/>
              </a:xfrm>
            </p:grpSpPr>
            <p:sp>
              <p:nvSpPr>
                <p:cNvPr id="1351" name="Google Shape;1351;p30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52" name="Google Shape;1352;p30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353" name="Google Shape;1353;p30"/>
            <p:cNvSpPr/>
            <p:nvPr/>
          </p:nvSpPr>
          <p:spPr>
            <a:xfrm rot="-5400000">
              <a:off x="289120" y="3696219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4" name="Google Shape;1354;p30"/>
          <p:cNvGrpSpPr/>
          <p:nvPr/>
        </p:nvGrpSpPr>
        <p:grpSpPr>
          <a:xfrm>
            <a:off x="6323925" y="-1678249"/>
            <a:ext cx="4189199" cy="3065874"/>
            <a:chOff x="6171525" y="-1678249"/>
            <a:chExt cx="4189199" cy="3065874"/>
          </a:xfrm>
        </p:grpSpPr>
        <p:sp>
          <p:nvSpPr>
            <p:cNvPr id="1355" name="Google Shape;1355;p30"/>
            <p:cNvSpPr/>
            <p:nvPr/>
          </p:nvSpPr>
          <p:spPr>
            <a:xfrm rot="-5400000">
              <a:off x="6808863" y="-808395"/>
              <a:ext cx="1558682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356" name="Google Shape;1356;p30"/>
            <p:cNvPicPr preferRelativeResize="0"/>
            <p:nvPr/>
          </p:nvPicPr>
          <p:blipFill rotWithShape="1">
            <a:blip r:embed="rId2">
              <a:alphaModFix/>
            </a:blip>
            <a:srcRect l="16960" t="24719" r="7121" b="26177"/>
            <a:stretch/>
          </p:blipFill>
          <p:spPr>
            <a:xfrm>
              <a:off x="6587425" y="-1678249"/>
              <a:ext cx="3773299" cy="287987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57" name="Google Shape;1357;p30"/>
            <p:cNvSpPr/>
            <p:nvPr/>
          </p:nvSpPr>
          <p:spPr>
            <a:xfrm>
              <a:off x="8292929" y="-80469"/>
              <a:ext cx="904284" cy="86593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58" name="Google Shape;1358;p30"/>
            <p:cNvGrpSpPr/>
            <p:nvPr/>
          </p:nvGrpSpPr>
          <p:grpSpPr>
            <a:xfrm rot="-2700000">
              <a:off x="8302147" y="61289"/>
              <a:ext cx="582044" cy="582419"/>
              <a:chOff x="959750" y="3039275"/>
              <a:chExt cx="582050" cy="582425"/>
            </a:xfrm>
          </p:grpSpPr>
          <p:sp>
            <p:nvSpPr>
              <p:cNvPr id="1359" name="Google Shape;1359;p30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0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0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Google Shape;1362;p30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Google Shape;1363;p30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Google Shape;1364;p30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Google Shape;1365;p30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66" name="Google Shape;1366;p30"/>
            <p:cNvGrpSpPr/>
            <p:nvPr/>
          </p:nvGrpSpPr>
          <p:grpSpPr>
            <a:xfrm rot="-2700000">
              <a:off x="8551447" y="61289"/>
              <a:ext cx="582044" cy="582419"/>
              <a:chOff x="959750" y="3039275"/>
              <a:chExt cx="582050" cy="582425"/>
            </a:xfrm>
          </p:grpSpPr>
          <p:sp>
            <p:nvSpPr>
              <p:cNvPr id="1367" name="Google Shape;1367;p30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Google Shape;1368;p30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Google Shape;1369;p30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Google Shape;1370;p30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Google Shape;1371;p30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Google Shape;1372;p30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Google Shape;1373;p30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74" name="Google Shape;1374;p30"/>
          <p:cNvGrpSpPr/>
          <p:nvPr/>
        </p:nvGrpSpPr>
        <p:grpSpPr>
          <a:xfrm rot="2700000">
            <a:off x="8945322" y="2352177"/>
            <a:ext cx="439196" cy="439096"/>
            <a:chOff x="1101075" y="2142375"/>
            <a:chExt cx="439200" cy="439100"/>
          </a:xfrm>
        </p:grpSpPr>
        <p:sp>
          <p:nvSpPr>
            <p:cNvPr id="1375" name="Google Shape;1375;p30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30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bg>
      <p:bgPr>
        <a:solidFill>
          <a:schemeClr val="dk2"/>
        </a:solidFill>
        <a:effectLst/>
      </p:bgPr>
    </p:bg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8" name="Google Shape;1378;p31"/>
          <p:cNvGrpSpPr/>
          <p:nvPr/>
        </p:nvGrpSpPr>
        <p:grpSpPr>
          <a:xfrm>
            <a:off x="8332551" y="-7"/>
            <a:ext cx="2386151" cy="3293873"/>
            <a:chOff x="8256351" y="-7"/>
            <a:chExt cx="2386151" cy="3293873"/>
          </a:xfrm>
        </p:grpSpPr>
        <p:pic>
          <p:nvPicPr>
            <p:cNvPr id="1379" name="Google Shape;1379;p31"/>
            <p:cNvPicPr preferRelativeResize="0"/>
            <p:nvPr/>
          </p:nvPicPr>
          <p:blipFill rotWithShape="1">
            <a:blip r:embed="rId2">
              <a:alphaModFix/>
            </a:blip>
            <a:srcRect l="16960" t="24719" r="7121" b="26177"/>
            <a:stretch/>
          </p:blipFill>
          <p:spPr>
            <a:xfrm rot="5400000">
              <a:off x="7886227" y="537590"/>
              <a:ext cx="3126400" cy="238615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380" name="Google Shape;1380;p31"/>
            <p:cNvGrpSpPr/>
            <p:nvPr/>
          </p:nvGrpSpPr>
          <p:grpSpPr>
            <a:xfrm rot="10800000">
              <a:off x="8452444" y="-7"/>
              <a:ext cx="325154" cy="1788670"/>
              <a:chOff x="8869019" y="-622132"/>
              <a:chExt cx="325154" cy="1788670"/>
            </a:xfrm>
          </p:grpSpPr>
          <p:sp>
            <p:nvSpPr>
              <p:cNvPr id="1381" name="Google Shape;1381;p31"/>
              <p:cNvSpPr/>
              <p:nvPr/>
            </p:nvSpPr>
            <p:spPr>
              <a:xfrm rot="10800000">
                <a:off x="8869019" y="-622132"/>
                <a:ext cx="246869" cy="1703243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382" name="Google Shape;1382;p31"/>
              <p:cNvGrpSpPr/>
              <p:nvPr/>
            </p:nvGrpSpPr>
            <p:grpSpPr>
              <a:xfrm rot="1800062">
                <a:off x="9035610" y="1007995"/>
                <a:ext cx="134040" cy="134009"/>
                <a:chOff x="1101075" y="2142375"/>
                <a:chExt cx="439200" cy="439100"/>
              </a:xfrm>
            </p:grpSpPr>
            <p:sp>
              <p:nvSpPr>
                <p:cNvPr id="1383" name="Google Shape;1383;p31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40000">
                      <a:srgbClr val="FF9900">
                        <a:alpha val="4078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2698631" scaled="0"/>
                </a:gra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84" name="Google Shape;1384;p31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385" name="Google Shape;1385;p31"/>
          <p:cNvGrpSpPr/>
          <p:nvPr/>
        </p:nvGrpSpPr>
        <p:grpSpPr>
          <a:xfrm>
            <a:off x="-213525" y="171225"/>
            <a:ext cx="439200" cy="439100"/>
            <a:chOff x="1101075" y="2142375"/>
            <a:chExt cx="439200" cy="439100"/>
          </a:xfrm>
        </p:grpSpPr>
        <p:sp>
          <p:nvSpPr>
            <p:cNvPr id="1386" name="Google Shape;1386;p31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31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8" name="Google Shape;1388;p31"/>
          <p:cNvGrpSpPr/>
          <p:nvPr/>
        </p:nvGrpSpPr>
        <p:grpSpPr>
          <a:xfrm>
            <a:off x="-1262974" y="3161328"/>
            <a:ext cx="4822591" cy="2934500"/>
            <a:chOff x="-1186774" y="3161328"/>
            <a:chExt cx="4822591" cy="2934500"/>
          </a:xfrm>
        </p:grpSpPr>
        <p:pic>
          <p:nvPicPr>
            <p:cNvPr id="1389" name="Google Shape;1389;p31"/>
            <p:cNvPicPr preferRelativeResize="0"/>
            <p:nvPr/>
          </p:nvPicPr>
          <p:blipFill rotWithShape="1">
            <a:blip r:embed="rId2">
              <a:alphaModFix/>
            </a:blip>
            <a:srcRect l="16960" t="24719" r="7121" b="26177"/>
            <a:stretch/>
          </p:blipFill>
          <p:spPr>
            <a:xfrm rot="5400000">
              <a:off x="-1534175" y="3508728"/>
              <a:ext cx="2934500" cy="22396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90" name="Google Shape;1390;p31"/>
            <p:cNvSpPr/>
            <p:nvPr/>
          </p:nvSpPr>
          <p:spPr>
            <a:xfrm rot="-5400000">
              <a:off x="-184180" y="3596444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91" name="Google Shape;1391;p31"/>
            <p:cNvGrpSpPr/>
            <p:nvPr/>
          </p:nvGrpSpPr>
          <p:grpSpPr>
            <a:xfrm>
              <a:off x="58899" y="4608583"/>
              <a:ext cx="604346" cy="657081"/>
              <a:chOff x="58899" y="4608583"/>
              <a:chExt cx="604346" cy="657081"/>
            </a:xfrm>
          </p:grpSpPr>
          <p:grpSp>
            <p:nvGrpSpPr>
              <p:cNvPr id="1392" name="Google Shape;1392;p31"/>
              <p:cNvGrpSpPr/>
              <p:nvPr/>
            </p:nvGrpSpPr>
            <p:grpSpPr>
              <a:xfrm rot="10800000">
                <a:off x="58899" y="4608583"/>
                <a:ext cx="328346" cy="328531"/>
                <a:chOff x="3678700" y="407275"/>
                <a:chExt cx="708100" cy="708500"/>
              </a:xfrm>
            </p:grpSpPr>
            <p:sp>
              <p:nvSpPr>
                <p:cNvPr id="1393" name="Google Shape;1393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4" name="Google Shape;1394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5" name="Google Shape;1395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6" name="Google Shape;1396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7" name="Google Shape;1397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8" name="Google Shape;1398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9" name="Google Shape;1399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400" name="Google Shape;1400;p31"/>
              <p:cNvGrpSpPr/>
              <p:nvPr/>
            </p:nvGrpSpPr>
            <p:grpSpPr>
              <a:xfrm rot="10800000">
                <a:off x="334899" y="4608583"/>
                <a:ext cx="328346" cy="328531"/>
                <a:chOff x="3678700" y="407275"/>
                <a:chExt cx="708100" cy="708500"/>
              </a:xfrm>
            </p:grpSpPr>
            <p:sp>
              <p:nvSpPr>
                <p:cNvPr id="1401" name="Google Shape;1401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2" name="Google Shape;1402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3" name="Google Shape;1403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4" name="Google Shape;1404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5" name="Google Shape;1405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6" name="Google Shape;1406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7" name="Google Shape;1407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408" name="Google Shape;1408;p31"/>
              <p:cNvGrpSpPr/>
              <p:nvPr/>
            </p:nvGrpSpPr>
            <p:grpSpPr>
              <a:xfrm rot="10800000">
                <a:off x="282574" y="4937133"/>
                <a:ext cx="328346" cy="328531"/>
                <a:chOff x="3678700" y="407275"/>
                <a:chExt cx="708100" cy="708500"/>
              </a:xfrm>
            </p:grpSpPr>
            <p:sp>
              <p:nvSpPr>
                <p:cNvPr id="1409" name="Google Shape;1409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0" name="Google Shape;1410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1" name="Google Shape;1411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2" name="Google Shape;1412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3" name="Google Shape;1413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4" name="Google Shape;1414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5" name="Google Shape;1415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416" name="Google Shape;1416;p31"/>
            <p:cNvGrpSpPr/>
            <p:nvPr/>
          </p:nvGrpSpPr>
          <p:grpSpPr>
            <a:xfrm>
              <a:off x="-923150" y="4796551"/>
              <a:ext cx="4558967" cy="134100"/>
              <a:chOff x="796100" y="3019701"/>
              <a:chExt cx="4558967" cy="134100"/>
            </a:xfrm>
          </p:grpSpPr>
          <p:sp>
            <p:nvSpPr>
              <p:cNvPr id="1417" name="Google Shape;1417;p31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418" name="Google Shape;1418;p31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19" name="Google Shape;1419;p31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681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8" r:id="rId3"/>
    <p:sldLayoutId id="2147483659" r:id="rId4"/>
    <p:sldLayoutId id="2147483665" r:id="rId5"/>
    <p:sldLayoutId id="2147483671" r:id="rId6"/>
    <p:sldLayoutId id="2147483676" r:id="rId7"/>
    <p:sldLayoutId id="2147483677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6204490" y="2969391"/>
            <a:ext cx="2971352" cy="22514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30" name="Google Shape;1430;p35"/>
          <p:cNvSpPr txBox="1">
            <a:spLocks noGrp="1"/>
          </p:cNvSpPr>
          <p:nvPr>
            <p:ph type="subTitle" idx="1"/>
          </p:nvPr>
        </p:nvSpPr>
        <p:spPr>
          <a:xfrm>
            <a:off x="1226119" y="264606"/>
            <a:ext cx="6860376" cy="16021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ru-RU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МИНИСТЕРСТВО ОБРАЗОВАНИЯ МОСКОВСКОЙ ОБЛАСТИ</a:t>
            </a:r>
            <a:br>
              <a:rPr lang="ru-RU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</a:t>
            </a:r>
            <a:r>
              <a:rPr lang="ru-RU" sz="1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»</a:t>
            </a:r>
          </a:p>
          <a:p>
            <a:pPr algn="ctr">
              <a:lnSpc>
                <a:spcPct val="100000"/>
              </a:lnSpc>
            </a:pPr>
            <a:endParaRPr lang="ru-RU" sz="1400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>
              <a:lnSpc>
                <a:spcPct val="100000"/>
              </a:lnSpc>
            </a:pPr>
            <a:r>
              <a:rPr lang="ru-RU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09.02.07 «Информационные системы и программирование»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31" name="Google Shape;1431;p35"/>
          <p:cNvSpPr txBox="1">
            <a:spLocks noGrp="1"/>
          </p:cNvSpPr>
          <p:nvPr>
            <p:ph type="ctrTitle"/>
          </p:nvPr>
        </p:nvSpPr>
        <p:spPr>
          <a:xfrm>
            <a:off x="542568" y="624353"/>
            <a:ext cx="8517170" cy="316929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ru-RU" sz="2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Дипломный проект</a:t>
            </a:r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  <a:b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«Разработка и интеграция веб приложения для оформления и администрирования заказов с системой автоматизированных уведомлений </a:t>
            </a:r>
            <a:r>
              <a:rPr lang="ru-RU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клиентов</a:t>
            </a:r>
            <a:br>
              <a:rPr lang="ru-RU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2400" dirty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через чат-бот</a:t>
            </a:r>
            <a:r>
              <a:rPr lang="ru-RU" sz="2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»</a:t>
            </a:r>
            <a:endParaRPr sz="2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432" name="Google Shape;1432;p35"/>
          <p:cNvGrpSpPr/>
          <p:nvPr/>
        </p:nvGrpSpPr>
        <p:grpSpPr>
          <a:xfrm>
            <a:off x="0" y="3870707"/>
            <a:ext cx="3936683" cy="134070"/>
            <a:chOff x="1096850" y="3242811"/>
            <a:chExt cx="3936683" cy="134070"/>
          </a:xfrm>
        </p:grpSpPr>
        <p:cxnSp>
          <p:nvCxnSpPr>
            <p:cNvPr id="1433" name="Google Shape;1433;p35"/>
            <p:cNvCxnSpPr/>
            <p:nvPr/>
          </p:nvCxnSpPr>
          <p:spPr>
            <a:xfrm>
              <a:off x="1096850" y="3309850"/>
              <a:ext cx="38406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34" name="Google Shape;1434;p35"/>
            <p:cNvGrpSpPr/>
            <p:nvPr/>
          </p:nvGrpSpPr>
          <p:grpSpPr>
            <a:xfrm>
              <a:off x="4899464" y="3242811"/>
              <a:ext cx="134070" cy="134070"/>
              <a:chOff x="8382514" y="1084976"/>
              <a:chExt cx="265800" cy="265800"/>
            </a:xfrm>
          </p:grpSpPr>
          <p:sp>
            <p:nvSpPr>
              <p:cNvPr id="1435" name="Google Shape;1435;p35"/>
              <p:cNvSpPr/>
              <p:nvPr/>
            </p:nvSpPr>
            <p:spPr>
              <a:xfrm>
                <a:off x="8442213" y="1144734"/>
                <a:ext cx="146400" cy="14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35"/>
              <p:cNvSpPr/>
              <p:nvPr/>
            </p:nvSpPr>
            <p:spPr>
              <a:xfrm>
                <a:off x="8382514" y="1084976"/>
                <a:ext cx="265800" cy="2658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37" name="Google Shape;1437;p35"/>
          <p:cNvGrpSpPr/>
          <p:nvPr/>
        </p:nvGrpSpPr>
        <p:grpSpPr>
          <a:xfrm>
            <a:off x="8017432" y="-313900"/>
            <a:ext cx="134070" cy="1891362"/>
            <a:chOff x="8017432" y="-313900"/>
            <a:chExt cx="134070" cy="1891362"/>
          </a:xfrm>
        </p:grpSpPr>
        <p:sp>
          <p:nvSpPr>
            <p:cNvPr id="1438" name="Google Shape;1438;p35"/>
            <p:cNvSpPr/>
            <p:nvPr/>
          </p:nvSpPr>
          <p:spPr>
            <a:xfrm rot="5400000">
              <a:off x="8017432" y="1443393"/>
              <a:ext cx="134070" cy="13407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439" name="Google Shape;1439;p35"/>
            <p:cNvCxnSpPr/>
            <p:nvPr/>
          </p:nvCxnSpPr>
          <p:spPr>
            <a:xfrm>
              <a:off x="8084450" y="-313900"/>
              <a:ext cx="0" cy="1795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40" name="Google Shape;1440;p35"/>
            <p:cNvSpPr/>
            <p:nvPr/>
          </p:nvSpPr>
          <p:spPr>
            <a:xfrm rot="5400000">
              <a:off x="8047515" y="1473505"/>
              <a:ext cx="73844" cy="73844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1" name="Google Shape;1441;p35"/>
          <p:cNvGrpSpPr/>
          <p:nvPr/>
        </p:nvGrpSpPr>
        <p:grpSpPr>
          <a:xfrm>
            <a:off x="7468041" y="1510427"/>
            <a:ext cx="3504715" cy="5119205"/>
            <a:chOff x="6309526" y="836950"/>
            <a:chExt cx="3504715" cy="5119205"/>
          </a:xfrm>
        </p:grpSpPr>
        <p:sp>
          <p:nvSpPr>
            <p:cNvPr id="1442" name="Google Shape;1442;p35"/>
            <p:cNvSpPr/>
            <p:nvPr/>
          </p:nvSpPr>
          <p:spPr>
            <a:xfrm>
              <a:off x="6309526" y="8369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43" name="Google Shape;1443;p35"/>
            <p:cNvGrpSpPr/>
            <p:nvPr/>
          </p:nvGrpSpPr>
          <p:grpSpPr>
            <a:xfrm>
              <a:off x="7728436" y="3524084"/>
              <a:ext cx="134004" cy="134004"/>
              <a:chOff x="8356813" y="1074288"/>
              <a:chExt cx="351900" cy="351900"/>
            </a:xfrm>
          </p:grpSpPr>
          <p:sp>
            <p:nvSpPr>
              <p:cNvPr id="1444" name="Google Shape;1444;p35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35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6" name="Google Shape;1446;p35"/>
            <p:cNvGrpSpPr/>
            <p:nvPr/>
          </p:nvGrpSpPr>
          <p:grpSpPr>
            <a:xfrm>
              <a:off x="7344361" y="3150259"/>
              <a:ext cx="134004" cy="134004"/>
              <a:chOff x="8356813" y="1074288"/>
              <a:chExt cx="351900" cy="351900"/>
            </a:xfrm>
          </p:grpSpPr>
          <p:sp>
            <p:nvSpPr>
              <p:cNvPr id="1447" name="Google Shape;1447;p35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35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9" name="Google Shape;1449;p35"/>
            <p:cNvGrpSpPr/>
            <p:nvPr/>
          </p:nvGrpSpPr>
          <p:grpSpPr>
            <a:xfrm>
              <a:off x="8337811" y="2464059"/>
              <a:ext cx="134004" cy="134004"/>
              <a:chOff x="8356813" y="1074288"/>
              <a:chExt cx="351900" cy="351900"/>
            </a:xfrm>
          </p:grpSpPr>
          <p:sp>
            <p:nvSpPr>
              <p:cNvPr id="1450" name="Google Shape;1450;p35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Google Shape;1451;p35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52" name="Google Shape;1452;p35"/>
            <p:cNvSpPr/>
            <p:nvPr/>
          </p:nvSpPr>
          <p:spPr>
            <a:xfrm rot="5400000">
              <a:off x="7687039" y="1023058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197" y="3937742"/>
            <a:ext cx="4306110" cy="566458"/>
          </a:xfrm>
          <a:prstGeom prst="rect">
            <a:avLst/>
          </a:prstGeom>
        </p:spPr>
      </p:pic>
      <p:sp>
        <p:nvSpPr>
          <p:cNvPr id="32" name="Google Shape;1430;p35"/>
          <p:cNvSpPr txBox="1">
            <a:spLocks/>
          </p:cNvSpPr>
          <p:nvPr/>
        </p:nvSpPr>
        <p:spPr>
          <a:xfrm>
            <a:off x="6143398" y="3612492"/>
            <a:ext cx="2378398" cy="1400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algn="r"/>
            <a:r>
              <a:rPr lang="ru-RU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Выполнил: </a:t>
            </a:r>
          </a:p>
          <a:p>
            <a:pPr algn="r"/>
            <a:r>
              <a:rPr lang="ru-RU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студент гр. ИСП-22</a:t>
            </a:r>
          </a:p>
          <a:p>
            <a:pPr algn="r"/>
            <a:r>
              <a:rPr lang="ru-RU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Кузнецов А.О.</a:t>
            </a:r>
          </a:p>
          <a:p>
            <a:pPr algn="r"/>
            <a:r>
              <a:rPr lang="ru-RU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Руководитель ДП:</a:t>
            </a:r>
          </a:p>
          <a:p>
            <a:pPr algn="r"/>
            <a:r>
              <a:rPr lang="ru-RU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Перова </a:t>
            </a:r>
            <a:r>
              <a:rPr lang="ru-RU" sz="1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Ксения Сергеевна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/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D9DF4E-67BE-976F-ABBD-86777923B260}"/>
              </a:ext>
            </a:extLst>
          </p:cNvPr>
          <p:cNvSpPr txBox="1"/>
          <p:nvPr/>
        </p:nvSpPr>
        <p:spPr>
          <a:xfrm>
            <a:off x="3869648" y="4725005"/>
            <a:ext cx="18630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Долгопрудный – 2026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Google Shape;1634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Цель и задачи проекта</a:t>
            </a:r>
            <a:endParaRPr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35" name="Google Shape;1635;p41"/>
          <p:cNvSpPr txBox="1">
            <a:spLocks noGrp="1"/>
          </p:cNvSpPr>
          <p:nvPr>
            <p:ph type="subTitle" idx="1"/>
          </p:nvPr>
        </p:nvSpPr>
        <p:spPr>
          <a:xfrm>
            <a:off x="4842124" y="2372501"/>
            <a:ext cx="4146234" cy="2231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Анализ требований и проектирование БД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Разработка чат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ru-RU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бота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Разработка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backend-API</a:t>
            </a:r>
            <a:endParaRPr lang="ru-RU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Создание веб интерфейса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Тестирование и отладка системы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36" name="Google Shape;1636;p41"/>
          <p:cNvSpPr txBox="1">
            <a:spLocks noGrp="1"/>
          </p:cNvSpPr>
          <p:nvPr>
            <p:ph type="subTitle" idx="2"/>
          </p:nvPr>
        </p:nvSpPr>
        <p:spPr>
          <a:xfrm>
            <a:off x="1304633" y="2300911"/>
            <a:ext cx="2729103" cy="26991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Автоматизация бизнес-процессов с помощью чат-бота и веб-приложения</a:t>
            </a:r>
            <a:endParaRPr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37" name="Google Shape;1637;p41"/>
          <p:cNvSpPr txBox="1">
            <a:spLocks noGrp="1"/>
          </p:cNvSpPr>
          <p:nvPr>
            <p:ph type="subTitle" idx="3"/>
          </p:nvPr>
        </p:nvSpPr>
        <p:spPr>
          <a:xfrm>
            <a:off x="4842123" y="2171350"/>
            <a:ext cx="23403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ЗАДАЧИ</a:t>
            </a:r>
            <a:endParaRPr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38" name="Google Shape;1638;p41"/>
          <p:cNvSpPr txBox="1">
            <a:spLocks noGrp="1"/>
          </p:cNvSpPr>
          <p:nvPr>
            <p:ph type="subTitle" idx="4"/>
          </p:nvPr>
        </p:nvSpPr>
        <p:spPr>
          <a:xfrm>
            <a:off x="1185765" y="2099761"/>
            <a:ext cx="23403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ЦЕЛЬ</a:t>
            </a:r>
            <a:endParaRPr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0" name="Google Shape;12276;p80"/>
          <p:cNvGrpSpPr/>
          <p:nvPr/>
        </p:nvGrpSpPr>
        <p:grpSpPr>
          <a:xfrm>
            <a:off x="1374549" y="1400783"/>
            <a:ext cx="697442" cy="593771"/>
            <a:chOff x="7929578" y="4284365"/>
            <a:chExt cx="395266" cy="351312"/>
          </a:xfrm>
          <a:solidFill>
            <a:schemeClr val="tx2"/>
          </a:solidFill>
        </p:grpSpPr>
        <p:sp>
          <p:nvSpPr>
            <p:cNvPr id="31" name="Google Shape;12277;p80"/>
            <p:cNvSpPr/>
            <p:nvPr/>
          </p:nvSpPr>
          <p:spPr>
            <a:xfrm>
              <a:off x="7954213" y="4588668"/>
              <a:ext cx="11394" cy="47009"/>
            </a:xfrm>
            <a:custGeom>
              <a:avLst/>
              <a:gdLst/>
              <a:ahLst/>
              <a:cxnLst/>
              <a:rect l="l" t="t" r="r" b="b"/>
              <a:pathLst>
                <a:path w="358" h="1477" extrusionOk="0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lnTo>
                    <a:pt x="0" y="1298"/>
                  </a:lnTo>
                  <a:cubicBezTo>
                    <a:pt x="0" y="1405"/>
                    <a:pt x="84" y="1477"/>
                    <a:pt x="179" y="1477"/>
                  </a:cubicBezTo>
                  <a:cubicBezTo>
                    <a:pt x="286" y="1477"/>
                    <a:pt x="358" y="1405"/>
                    <a:pt x="358" y="1298"/>
                  </a:cubicBezTo>
                  <a:lnTo>
                    <a:pt x="358" y="179"/>
                  </a:lnTo>
                  <a:cubicBezTo>
                    <a:pt x="358" y="96"/>
                    <a:pt x="286" y="0"/>
                    <a:pt x="17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2278;p80"/>
            <p:cNvSpPr/>
            <p:nvPr/>
          </p:nvSpPr>
          <p:spPr>
            <a:xfrm>
              <a:off x="7929578" y="4432522"/>
              <a:ext cx="213372" cy="203155"/>
            </a:xfrm>
            <a:custGeom>
              <a:avLst/>
              <a:gdLst/>
              <a:ahLst/>
              <a:cxnLst/>
              <a:rect l="l" t="t" r="r" b="b"/>
              <a:pathLst>
                <a:path w="6704" h="6383" extrusionOk="0">
                  <a:moveTo>
                    <a:pt x="6192" y="1013"/>
                  </a:moveTo>
                  <a:lnTo>
                    <a:pt x="6275" y="1275"/>
                  </a:lnTo>
                  <a:cubicBezTo>
                    <a:pt x="6287" y="1358"/>
                    <a:pt x="6275" y="1430"/>
                    <a:pt x="6216" y="1489"/>
                  </a:cubicBezTo>
                  <a:lnTo>
                    <a:pt x="6108" y="1596"/>
                  </a:lnTo>
                  <a:lnTo>
                    <a:pt x="5858" y="1334"/>
                  </a:lnTo>
                  <a:lnTo>
                    <a:pt x="6192" y="1013"/>
                  </a:lnTo>
                  <a:close/>
                  <a:moveTo>
                    <a:pt x="1941" y="382"/>
                  </a:moveTo>
                  <a:cubicBezTo>
                    <a:pt x="2251" y="382"/>
                    <a:pt x="2536" y="501"/>
                    <a:pt x="2763" y="727"/>
                  </a:cubicBezTo>
                  <a:cubicBezTo>
                    <a:pt x="2965" y="953"/>
                    <a:pt x="3096" y="1251"/>
                    <a:pt x="3132" y="1573"/>
                  </a:cubicBezTo>
                  <a:cubicBezTo>
                    <a:pt x="3144" y="1692"/>
                    <a:pt x="3156" y="1846"/>
                    <a:pt x="3179" y="2001"/>
                  </a:cubicBezTo>
                  <a:cubicBezTo>
                    <a:pt x="2977" y="1680"/>
                    <a:pt x="2656" y="1430"/>
                    <a:pt x="2239" y="1287"/>
                  </a:cubicBezTo>
                  <a:cubicBezTo>
                    <a:pt x="1947" y="1199"/>
                    <a:pt x="1670" y="1191"/>
                    <a:pt x="1579" y="1191"/>
                  </a:cubicBezTo>
                  <a:cubicBezTo>
                    <a:pt x="1559" y="1191"/>
                    <a:pt x="1548" y="1192"/>
                    <a:pt x="1548" y="1192"/>
                  </a:cubicBezTo>
                  <a:cubicBezTo>
                    <a:pt x="1513" y="1192"/>
                    <a:pt x="1465" y="1204"/>
                    <a:pt x="1429" y="1251"/>
                  </a:cubicBezTo>
                  <a:lnTo>
                    <a:pt x="1108" y="1585"/>
                  </a:lnTo>
                  <a:cubicBezTo>
                    <a:pt x="1036" y="1668"/>
                    <a:pt x="1036" y="1787"/>
                    <a:pt x="1108" y="1846"/>
                  </a:cubicBezTo>
                  <a:cubicBezTo>
                    <a:pt x="1143" y="1882"/>
                    <a:pt x="1191" y="1900"/>
                    <a:pt x="1237" y="1900"/>
                  </a:cubicBezTo>
                  <a:cubicBezTo>
                    <a:pt x="1283" y="1900"/>
                    <a:pt x="1328" y="1882"/>
                    <a:pt x="1358" y="1846"/>
                  </a:cubicBezTo>
                  <a:lnTo>
                    <a:pt x="1632" y="1561"/>
                  </a:lnTo>
                  <a:cubicBezTo>
                    <a:pt x="1870" y="1573"/>
                    <a:pt x="2620" y="1668"/>
                    <a:pt x="2906" y="2299"/>
                  </a:cubicBezTo>
                  <a:cubicBezTo>
                    <a:pt x="2834" y="2763"/>
                    <a:pt x="2417" y="3120"/>
                    <a:pt x="1929" y="3120"/>
                  </a:cubicBezTo>
                  <a:cubicBezTo>
                    <a:pt x="1393" y="3120"/>
                    <a:pt x="941" y="2680"/>
                    <a:pt x="941" y="2144"/>
                  </a:cubicBezTo>
                  <a:cubicBezTo>
                    <a:pt x="941" y="2037"/>
                    <a:pt x="870" y="1966"/>
                    <a:pt x="762" y="1966"/>
                  </a:cubicBezTo>
                  <a:cubicBezTo>
                    <a:pt x="751" y="1966"/>
                    <a:pt x="715" y="1966"/>
                    <a:pt x="703" y="1977"/>
                  </a:cubicBezTo>
                  <a:cubicBezTo>
                    <a:pt x="715" y="1835"/>
                    <a:pt x="751" y="1680"/>
                    <a:pt x="751" y="1573"/>
                  </a:cubicBezTo>
                  <a:cubicBezTo>
                    <a:pt x="774" y="1251"/>
                    <a:pt x="893" y="953"/>
                    <a:pt x="1120" y="727"/>
                  </a:cubicBezTo>
                  <a:cubicBezTo>
                    <a:pt x="1334" y="501"/>
                    <a:pt x="1632" y="382"/>
                    <a:pt x="1941" y="382"/>
                  </a:cubicBezTo>
                  <a:close/>
                  <a:moveTo>
                    <a:pt x="631" y="2442"/>
                  </a:moveTo>
                  <a:cubicBezTo>
                    <a:pt x="703" y="2763"/>
                    <a:pt x="917" y="3049"/>
                    <a:pt x="1179" y="3228"/>
                  </a:cubicBezTo>
                  <a:lnTo>
                    <a:pt x="1179" y="3442"/>
                  </a:lnTo>
                  <a:lnTo>
                    <a:pt x="1167" y="3442"/>
                  </a:lnTo>
                  <a:cubicBezTo>
                    <a:pt x="822" y="3382"/>
                    <a:pt x="572" y="3287"/>
                    <a:pt x="417" y="3216"/>
                  </a:cubicBezTo>
                  <a:cubicBezTo>
                    <a:pt x="405" y="3216"/>
                    <a:pt x="417" y="3204"/>
                    <a:pt x="417" y="3204"/>
                  </a:cubicBezTo>
                  <a:cubicBezTo>
                    <a:pt x="501" y="2989"/>
                    <a:pt x="572" y="2728"/>
                    <a:pt x="631" y="2442"/>
                  </a:cubicBezTo>
                  <a:close/>
                  <a:moveTo>
                    <a:pt x="3239" y="2454"/>
                  </a:moveTo>
                  <a:cubicBezTo>
                    <a:pt x="3275" y="2692"/>
                    <a:pt x="3334" y="2942"/>
                    <a:pt x="3418" y="3144"/>
                  </a:cubicBezTo>
                  <a:lnTo>
                    <a:pt x="3084" y="3454"/>
                  </a:lnTo>
                  <a:cubicBezTo>
                    <a:pt x="3037" y="3478"/>
                    <a:pt x="3001" y="3513"/>
                    <a:pt x="2941" y="3513"/>
                  </a:cubicBezTo>
                  <a:lnTo>
                    <a:pt x="2894" y="3513"/>
                  </a:lnTo>
                  <a:cubicBezTo>
                    <a:pt x="2775" y="3513"/>
                    <a:pt x="2679" y="3418"/>
                    <a:pt x="2679" y="3299"/>
                  </a:cubicBezTo>
                  <a:lnTo>
                    <a:pt x="2679" y="3239"/>
                  </a:lnTo>
                  <a:cubicBezTo>
                    <a:pt x="2953" y="3061"/>
                    <a:pt x="3144" y="2787"/>
                    <a:pt x="3239" y="2454"/>
                  </a:cubicBezTo>
                  <a:close/>
                  <a:moveTo>
                    <a:pt x="2358" y="3418"/>
                  </a:moveTo>
                  <a:cubicBezTo>
                    <a:pt x="2370" y="3525"/>
                    <a:pt x="2429" y="3620"/>
                    <a:pt x="2489" y="3692"/>
                  </a:cubicBezTo>
                  <a:lnTo>
                    <a:pt x="2203" y="3954"/>
                  </a:lnTo>
                  <a:cubicBezTo>
                    <a:pt x="2132" y="4031"/>
                    <a:pt x="2033" y="4070"/>
                    <a:pt x="1934" y="4070"/>
                  </a:cubicBezTo>
                  <a:cubicBezTo>
                    <a:pt x="1834" y="4070"/>
                    <a:pt x="1733" y="4031"/>
                    <a:pt x="1655" y="3954"/>
                  </a:cubicBezTo>
                  <a:lnTo>
                    <a:pt x="1489" y="3799"/>
                  </a:lnTo>
                  <a:cubicBezTo>
                    <a:pt x="1524" y="3740"/>
                    <a:pt x="1536" y="3680"/>
                    <a:pt x="1536" y="3620"/>
                  </a:cubicBezTo>
                  <a:lnTo>
                    <a:pt x="1536" y="3418"/>
                  </a:lnTo>
                  <a:cubicBezTo>
                    <a:pt x="1667" y="3466"/>
                    <a:pt x="1810" y="3478"/>
                    <a:pt x="1941" y="3478"/>
                  </a:cubicBezTo>
                  <a:cubicBezTo>
                    <a:pt x="2084" y="3478"/>
                    <a:pt x="2227" y="3454"/>
                    <a:pt x="2358" y="3418"/>
                  </a:cubicBezTo>
                  <a:close/>
                  <a:moveTo>
                    <a:pt x="1941" y="1"/>
                  </a:moveTo>
                  <a:cubicBezTo>
                    <a:pt x="1120" y="1"/>
                    <a:pt x="465" y="656"/>
                    <a:pt x="393" y="1537"/>
                  </a:cubicBezTo>
                  <a:cubicBezTo>
                    <a:pt x="358" y="1882"/>
                    <a:pt x="239" y="2644"/>
                    <a:pt x="72" y="3061"/>
                  </a:cubicBezTo>
                  <a:cubicBezTo>
                    <a:pt x="0" y="3251"/>
                    <a:pt x="96" y="3454"/>
                    <a:pt x="274" y="3537"/>
                  </a:cubicBezTo>
                  <a:cubicBezTo>
                    <a:pt x="405" y="3597"/>
                    <a:pt x="608" y="3692"/>
                    <a:pt x="893" y="3751"/>
                  </a:cubicBezTo>
                  <a:lnTo>
                    <a:pt x="417" y="3990"/>
                  </a:lnTo>
                  <a:cubicBezTo>
                    <a:pt x="155" y="4121"/>
                    <a:pt x="0" y="4371"/>
                    <a:pt x="0" y="4668"/>
                  </a:cubicBezTo>
                  <a:lnTo>
                    <a:pt x="0" y="6204"/>
                  </a:lnTo>
                  <a:cubicBezTo>
                    <a:pt x="0" y="6311"/>
                    <a:pt x="72" y="6383"/>
                    <a:pt x="179" y="6383"/>
                  </a:cubicBezTo>
                  <a:cubicBezTo>
                    <a:pt x="286" y="6383"/>
                    <a:pt x="358" y="6311"/>
                    <a:pt x="358" y="6204"/>
                  </a:cubicBezTo>
                  <a:lnTo>
                    <a:pt x="358" y="4668"/>
                  </a:lnTo>
                  <a:cubicBezTo>
                    <a:pt x="358" y="4525"/>
                    <a:pt x="453" y="4371"/>
                    <a:pt x="584" y="4311"/>
                  </a:cubicBezTo>
                  <a:lnTo>
                    <a:pt x="1191" y="4013"/>
                  </a:lnTo>
                  <a:lnTo>
                    <a:pt x="1405" y="4216"/>
                  </a:lnTo>
                  <a:cubicBezTo>
                    <a:pt x="1548" y="4347"/>
                    <a:pt x="1739" y="4418"/>
                    <a:pt x="1929" y="4418"/>
                  </a:cubicBezTo>
                  <a:cubicBezTo>
                    <a:pt x="2120" y="4418"/>
                    <a:pt x="2310" y="4347"/>
                    <a:pt x="2453" y="4216"/>
                  </a:cubicBezTo>
                  <a:lnTo>
                    <a:pt x="2822" y="3859"/>
                  </a:lnTo>
                  <a:lnTo>
                    <a:pt x="2929" y="3859"/>
                  </a:lnTo>
                  <a:cubicBezTo>
                    <a:pt x="3084" y="3859"/>
                    <a:pt x="3215" y="3799"/>
                    <a:pt x="3322" y="3692"/>
                  </a:cubicBezTo>
                  <a:lnTo>
                    <a:pt x="5584" y="1561"/>
                  </a:lnTo>
                  <a:lnTo>
                    <a:pt x="5835" y="1811"/>
                  </a:lnTo>
                  <a:lnTo>
                    <a:pt x="3001" y="4656"/>
                  </a:lnTo>
                  <a:cubicBezTo>
                    <a:pt x="2822" y="4835"/>
                    <a:pt x="2715" y="5073"/>
                    <a:pt x="2715" y="5347"/>
                  </a:cubicBezTo>
                  <a:lnTo>
                    <a:pt x="2715" y="6192"/>
                  </a:lnTo>
                  <a:cubicBezTo>
                    <a:pt x="2715" y="6299"/>
                    <a:pt x="2787" y="6371"/>
                    <a:pt x="2894" y="6371"/>
                  </a:cubicBezTo>
                  <a:cubicBezTo>
                    <a:pt x="3001" y="6371"/>
                    <a:pt x="3072" y="6299"/>
                    <a:pt x="3072" y="6192"/>
                  </a:cubicBezTo>
                  <a:lnTo>
                    <a:pt x="3072" y="5371"/>
                  </a:lnTo>
                  <a:cubicBezTo>
                    <a:pt x="3072" y="5204"/>
                    <a:pt x="3132" y="5061"/>
                    <a:pt x="3251" y="4954"/>
                  </a:cubicBezTo>
                  <a:lnTo>
                    <a:pt x="6466" y="1739"/>
                  </a:lnTo>
                  <a:cubicBezTo>
                    <a:pt x="6597" y="1608"/>
                    <a:pt x="6656" y="1394"/>
                    <a:pt x="6608" y="1204"/>
                  </a:cubicBezTo>
                  <a:lnTo>
                    <a:pt x="6513" y="727"/>
                  </a:lnTo>
                  <a:lnTo>
                    <a:pt x="6632" y="608"/>
                  </a:lnTo>
                  <a:cubicBezTo>
                    <a:pt x="6704" y="537"/>
                    <a:pt x="6704" y="430"/>
                    <a:pt x="6644" y="358"/>
                  </a:cubicBezTo>
                  <a:cubicBezTo>
                    <a:pt x="6607" y="321"/>
                    <a:pt x="6560" y="303"/>
                    <a:pt x="6513" y="303"/>
                  </a:cubicBezTo>
                  <a:cubicBezTo>
                    <a:pt x="6470" y="303"/>
                    <a:pt x="6428" y="318"/>
                    <a:pt x="6394" y="346"/>
                  </a:cubicBezTo>
                  <a:lnTo>
                    <a:pt x="3727" y="2858"/>
                  </a:lnTo>
                  <a:cubicBezTo>
                    <a:pt x="3608" y="2430"/>
                    <a:pt x="3501" y="1846"/>
                    <a:pt x="3489" y="1537"/>
                  </a:cubicBezTo>
                  <a:cubicBezTo>
                    <a:pt x="3429" y="656"/>
                    <a:pt x="2751" y="1"/>
                    <a:pt x="194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2279;p80"/>
            <p:cNvSpPr/>
            <p:nvPr/>
          </p:nvSpPr>
          <p:spPr>
            <a:xfrm>
              <a:off x="8090243" y="4284365"/>
              <a:ext cx="234601" cy="196344"/>
            </a:xfrm>
            <a:custGeom>
              <a:avLst/>
              <a:gdLst/>
              <a:ahLst/>
              <a:cxnLst/>
              <a:rect l="l" t="t" r="r" b="b"/>
              <a:pathLst>
                <a:path w="7371" h="6169" extrusionOk="0">
                  <a:moveTo>
                    <a:pt x="572" y="1"/>
                  </a:moveTo>
                  <a:cubicBezTo>
                    <a:pt x="251" y="1"/>
                    <a:pt x="1" y="251"/>
                    <a:pt x="1" y="560"/>
                  </a:cubicBezTo>
                  <a:lnTo>
                    <a:pt x="1" y="5275"/>
                  </a:lnTo>
                  <a:cubicBezTo>
                    <a:pt x="1" y="5382"/>
                    <a:pt x="72" y="5454"/>
                    <a:pt x="179" y="5454"/>
                  </a:cubicBezTo>
                  <a:cubicBezTo>
                    <a:pt x="286" y="5454"/>
                    <a:pt x="358" y="5382"/>
                    <a:pt x="358" y="5275"/>
                  </a:cubicBezTo>
                  <a:lnTo>
                    <a:pt x="358" y="560"/>
                  </a:lnTo>
                  <a:cubicBezTo>
                    <a:pt x="358" y="441"/>
                    <a:pt x="453" y="358"/>
                    <a:pt x="572" y="358"/>
                  </a:cubicBezTo>
                  <a:lnTo>
                    <a:pt x="6787" y="358"/>
                  </a:lnTo>
                  <a:cubicBezTo>
                    <a:pt x="6906" y="358"/>
                    <a:pt x="7002" y="441"/>
                    <a:pt x="7002" y="560"/>
                  </a:cubicBezTo>
                  <a:lnTo>
                    <a:pt x="7002" y="5608"/>
                  </a:lnTo>
                  <a:cubicBezTo>
                    <a:pt x="7002" y="5728"/>
                    <a:pt x="6906" y="5811"/>
                    <a:pt x="6787" y="5811"/>
                  </a:cubicBezTo>
                  <a:lnTo>
                    <a:pt x="2191" y="5811"/>
                  </a:lnTo>
                  <a:cubicBezTo>
                    <a:pt x="2084" y="5811"/>
                    <a:pt x="2013" y="5894"/>
                    <a:pt x="2013" y="5989"/>
                  </a:cubicBezTo>
                  <a:cubicBezTo>
                    <a:pt x="2013" y="6097"/>
                    <a:pt x="2084" y="6168"/>
                    <a:pt x="2191" y="6168"/>
                  </a:cubicBezTo>
                  <a:lnTo>
                    <a:pt x="6787" y="6168"/>
                  </a:lnTo>
                  <a:cubicBezTo>
                    <a:pt x="7097" y="6168"/>
                    <a:pt x="7359" y="5918"/>
                    <a:pt x="7359" y="5608"/>
                  </a:cubicBezTo>
                  <a:lnTo>
                    <a:pt x="7359" y="560"/>
                  </a:lnTo>
                  <a:cubicBezTo>
                    <a:pt x="7371" y="251"/>
                    <a:pt x="7097" y="1"/>
                    <a:pt x="67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2280;p80"/>
            <p:cNvSpPr/>
            <p:nvPr/>
          </p:nvSpPr>
          <p:spPr>
            <a:xfrm>
              <a:off x="8145591" y="4309382"/>
              <a:ext cx="136063" cy="135299"/>
            </a:xfrm>
            <a:custGeom>
              <a:avLst/>
              <a:gdLst/>
              <a:ahLst/>
              <a:cxnLst/>
              <a:rect l="l" t="t" r="r" b="b"/>
              <a:pathLst>
                <a:path w="4275" h="4251" extrusionOk="0">
                  <a:moveTo>
                    <a:pt x="1953" y="739"/>
                  </a:moveTo>
                  <a:cubicBezTo>
                    <a:pt x="2322" y="739"/>
                    <a:pt x="2655" y="882"/>
                    <a:pt x="2917" y="1084"/>
                  </a:cubicBezTo>
                  <a:lnTo>
                    <a:pt x="1822" y="2179"/>
                  </a:lnTo>
                  <a:cubicBezTo>
                    <a:pt x="1750" y="2263"/>
                    <a:pt x="1750" y="2382"/>
                    <a:pt x="1822" y="2441"/>
                  </a:cubicBezTo>
                  <a:cubicBezTo>
                    <a:pt x="1845" y="2465"/>
                    <a:pt x="1905" y="2501"/>
                    <a:pt x="1953" y="2501"/>
                  </a:cubicBezTo>
                  <a:cubicBezTo>
                    <a:pt x="2000" y="2501"/>
                    <a:pt x="2048" y="2477"/>
                    <a:pt x="2084" y="2441"/>
                  </a:cubicBezTo>
                  <a:lnTo>
                    <a:pt x="2643" y="1882"/>
                  </a:lnTo>
                  <a:cubicBezTo>
                    <a:pt x="2715" y="2001"/>
                    <a:pt x="2762" y="2155"/>
                    <a:pt x="2762" y="2298"/>
                  </a:cubicBezTo>
                  <a:cubicBezTo>
                    <a:pt x="2762" y="2739"/>
                    <a:pt x="2405" y="3096"/>
                    <a:pt x="1965" y="3096"/>
                  </a:cubicBezTo>
                  <a:cubicBezTo>
                    <a:pt x="1536" y="3096"/>
                    <a:pt x="1179" y="2739"/>
                    <a:pt x="1179" y="2298"/>
                  </a:cubicBezTo>
                  <a:cubicBezTo>
                    <a:pt x="1179" y="1870"/>
                    <a:pt x="1536" y="1513"/>
                    <a:pt x="1965" y="1513"/>
                  </a:cubicBezTo>
                  <a:cubicBezTo>
                    <a:pt x="2072" y="1513"/>
                    <a:pt x="2143" y="1441"/>
                    <a:pt x="2143" y="1334"/>
                  </a:cubicBezTo>
                  <a:cubicBezTo>
                    <a:pt x="2143" y="1227"/>
                    <a:pt x="2072" y="1155"/>
                    <a:pt x="1965" y="1155"/>
                  </a:cubicBezTo>
                  <a:cubicBezTo>
                    <a:pt x="1334" y="1155"/>
                    <a:pt x="822" y="1679"/>
                    <a:pt x="822" y="2298"/>
                  </a:cubicBezTo>
                  <a:cubicBezTo>
                    <a:pt x="822" y="2941"/>
                    <a:pt x="1345" y="3453"/>
                    <a:pt x="1965" y="3453"/>
                  </a:cubicBezTo>
                  <a:cubicBezTo>
                    <a:pt x="2607" y="3453"/>
                    <a:pt x="3119" y="2929"/>
                    <a:pt x="3119" y="2298"/>
                  </a:cubicBezTo>
                  <a:cubicBezTo>
                    <a:pt x="3119" y="2060"/>
                    <a:pt x="3036" y="1822"/>
                    <a:pt x="2893" y="1632"/>
                  </a:cubicBezTo>
                  <a:lnTo>
                    <a:pt x="3191" y="1334"/>
                  </a:lnTo>
                  <a:cubicBezTo>
                    <a:pt x="3381" y="1608"/>
                    <a:pt x="3512" y="1953"/>
                    <a:pt x="3512" y="2310"/>
                  </a:cubicBezTo>
                  <a:cubicBezTo>
                    <a:pt x="3512" y="3168"/>
                    <a:pt x="2822" y="3870"/>
                    <a:pt x="1953" y="3870"/>
                  </a:cubicBezTo>
                  <a:cubicBezTo>
                    <a:pt x="1095" y="3870"/>
                    <a:pt x="393" y="3168"/>
                    <a:pt x="393" y="2310"/>
                  </a:cubicBezTo>
                  <a:cubicBezTo>
                    <a:pt x="393" y="1441"/>
                    <a:pt x="1095" y="739"/>
                    <a:pt x="1953" y="739"/>
                  </a:cubicBezTo>
                  <a:close/>
                  <a:moveTo>
                    <a:pt x="3500" y="0"/>
                  </a:moveTo>
                  <a:cubicBezTo>
                    <a:pt x="3393" y="0"/>
                    <a:pt x="3322" y="72"/>
                    <a:pt x="3322" y="179"/>
                  </a:cubicBezTo>
                  <a:lnTo>
                    <a:pt x="3322" y="679"/>
                  </a:lnTo>
                  <a:lnTo>
                    <a:pt x="3179" y="834"/>
                  </a:lnTo>
                  <a:cubicBezTo>
                    <a:pt x="2846" y="548"/>
                    <a:pt x="2417" y="381"/>
                    <a:pt x="1941" y="381"/>
                  </a:cubicBezTo>
                  <a:cubicBezTo>
                    <a:pt x="869" y="381"/>
                    <a:pt x="0" y="1251"/>
                    <a:pt x="0" y="2322"/>
                  </a:cubicBezTo>
                  <a:cubicBezTo>
                    <a:pt x="0" y="3394"/>
                    <a:pt x="869" y="4251"/>
                    <a:pt x="1941" y="4251"/>
                  </a:cubicBezTo>
                  <a:cubicBezTo>
                    <a:pt x="3012" y="4251"/>
                    <a:pt x="3870" y="3394"/>
                    <a:pt x="3870" y="2322"/>
                  </a:cubicBezTo>
                  <a:cubicBezTo>
                    <a:pt x="3870" y="1858"/>
                    <a:pt x="3715" y="1429"/>
                    <a:pt x="3429" y="1084"/>
                  </a:cubicBezTo>
                  <a:lnTo>
                    <a:pt x="3572" y="941"/>
                  </a:lnTo>
                  <a:lnTo>
                    <a:pt x="4084" y="941"/>
                  </a:lnTo>
                  <a:cubicBezTo>
                    <a:pt x="4191" y="941"/>
                    <a:pt x="4262" y="858"/>
                    <a:pt x="4262" y="751"/>
                  </a:cubicBezTo>
                  <a:cubicBezTo>
                    <a:pt x="4262" y="655"/>
                    <a:pt x="4191" y="584"/>
                    <a:pt x="4084" y="584"/>
                  </a:cubicBezTo>
                  <a:lnTo>
                    <a:pt x="3929" y="584"/>
                  </a:lnTo>
                  <a:lnTo>
                    <a:pt x="4203" y="310"/>
                  </a:lnTo>
                  <a:cubicBezTo>
                    <a:pt x="4274" y="239"/>
                    <a:pt x="4274" y="120"/>
                    <a:pt x="4203" y="60"/>
                  </a:cubicBezTo>
                  <a:cubicBezTo>
                    <a:pt x="4167" y="24"/>
                    <a:pt x="4120" y="6"/>
                    <a:pt x="4073" y="6"/>
                  </a:cubicBezTo>
                  <a:cubicBezTo>
                    <a:pt x="4027" y="6"/>
                    <a:pt x="3983" y="24"/>
                    <a:pt x="3953" y="60"/>
                  </a:cubicBezTo>
                  <a:lnTo>
                    <a:pt x="3679" y="322"/>
                  </a:lnTo>
                  <a:lnTo>
                    <a:pt x="3679" y="179"/>
                  </a:lnTo>
                  <a:cubicBezTo>
                    <a:pt x="3679" y="72"/>
                    <a:pt x="3608" y="0"/>
                    <a:pt x="350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" name="Google Shape;11652;p80"/>
          <p:cNvGrpSpPr/>
          <p:nvPr/>
        </p:nvGrpSpPr>
        <p:grpSpPr>
          <a:xfrm>
            <a:off x="4874611" y="1421349"/>
            <a:ext cx="697442" cy="640249"/>
            <a:chOff x="910723" y="1508212"/>
            <a:chExt cx="251660" cy="350166"/>
          </a:xfrm>
          <a:solidFill>
            <a:schemeClr val="tx2"/>
          </a:solidFill>
        </p:grpSpPr>
        <p:sp>
          <p:nvSpPr>
            <p:cNvPr id="39" name="Google Shape;11653;p80"/>
            <p:cNvSpPr/>
            <p:nvPr/>
          </p:nvSpPr>
          <p:spPr>
            <a:xfrm>
              <a:off x="910723" y="1508212"/>
              <a:ext cx="251660" cy="350166"/>
            </a:xfrm>
            <a:custGeom>
              <a:avLst/>
              <a:gdLst/>
              <a:ahLst/>
              <a:cxnLst/>
              <a:rect l="l" t="t" r="r" b="b"/>
              <a:pathLst>
                <a:path w="7907" h="11002" extrusionOk="0">
                  <a:moveTo>
                    <a:pt x="3942" y="334"/>
                  </a:moveTo>
                  <a:cubicBezTo>
                    <a:pt x="4132" y="334"/>
                    <a:pt x="4299" y="441"/>
                    <a:pt x="4394" y="608"/>
                  </a:cubicBezTo>
                  <a:cubicBezTo>
                    <a:pt x="4418" y="644"/>
                    <a:pt x="4466" y="679"/>
                    <a:pt x="4525" y="679"/>
                  </a:cubicBezTo>
                  <a:lnTo>
                    <a:pt x="5132" y="679"/>
                  </a:lnTo>
                  <a:cubicBezTo>
                    <a:pt x="5240" y="679"/>
                    <a:pt x="5311" y="763"/>
                    <a:pt x="5311" y="858"/>
                  </a:cubicBezTo>
                  <a:lnTo>
                    <a:pt x="5311" y="1382"/>
                  </a:lnTo>
                  <a:lnTo>
                    <a:pt x="2573" y="1382"/>
                  </a:lnTo>
                  <a:lnTo>
                    <a:pt x="2573" y="858"/>
                  </a:lnTo>
                  <a:cubicBezTo>
                    <a:pt x="2573" y="751"/>
                    <a:pt x="2668" y="679"/>
                    <a:pt x="2751" y="679"/>
                  </a:cubicBezTo>
                  <a:lnTo>
                    <a:pt x="3358" y="679"/>
                  </a:lnTo>
                  <a:cubicBezTo>
                    <a:pt x="3418" y="679"/>
                    <a:pt x="3466" y="644"/>
                    <a:pt x="3501" y="608"/>
                  </a:cubicBezTo>
                  <a:cubicBezTo>
                    <a:pt x="3585" y="441"/>
                    <a:pt x="3763" y="334"/>
                    <a:pt x="3942" y="334"/>
                  </a:cubicBezTo>
                  <a:close/>
                  <a:moveTo>
                    <a:pt x="7240" y="1013"/>
                  </a:moveTo>
                  <a:cubicBezTo>
                    <a:pt x="7442" y="1013"/>
                    <a:pt x="7609" y="1179"/>
                    <a:pt x="7609" y="1370"/>
                  </a:cubicBezTo>
                  <a:lnTo>
                    <a:pt x="7609" y="10323"/>
                  </a:lnTo>
                  <a:lnTo>
                    <a:pt x="7585" y="10323"/>
                  </a:lnTo>
                  <a:cubicBezTo>
                    <a:pt x="7585" y="10514"/>
                    <a:pt x="7430" y="10681"/>
                    <a:pt x="7228" y="10681"/>
                  </a:cubicBezTo>
                  <a:lnTo>
                    <a:pt x="691" y="10681"/>
                  </a:lnTo>
                  <a:cubicBezTo>
                    <a:pt x="501" y="10681"/>
                    <a:pt x="334" y="10514"/>
                    <a:pt x="334" y="10323"/>
                  </a:cubicBezTo>
                  <a:lnTo>
                    <a:pt x="334" y="1370"/>
                  </a:lnTo>
                  <a:cubicBezTo>
                    <a:pt x="334" y="1179"/>
                    <a:pt x="501" y="1013"/>
                    <a:pt x="691" y="1013"/>
                  </a:cubicBezTo>
                  <a:lnTo>
                    <a:pt x="2263" y="1013"/>
                  </a:lnTo>
                  <a:lnTo>
                    <a:pt x="2263" y="1537"/>
                  </a:lnTo>
                  <a:cubicBezTo>
                    <a:pt x="2263" y="1632"/>
                    <a:pt x="2335" y="1703"/>
                    <a:pt x="2418" y="1703"/>
                  </a:cubicBezTo>
                  <a:lnTo>
                    <a:pt x="5525" y="1703"/>
                  </a:lnTo>
                  <a:cubicBezTo>
                    <a:pt x="5609" y="1703"/>
                    <a:pt x="5680" y="1632"/>
                    <a:pt x="5680" y="1537"/>
                  </a:cubicBezTo>
                  <a:lnTo>
                    <a:pt x="5680" y="1013"/>
                  </a:lnTo>
                  <a:close/>
                  <a:moveTo>
                    <a:pt x="3954" y="1"/>
                  </a:moveTo>
                  <a:cubicBezTo>
                    <a:pt x="3692" y="1"/>
                    <a:pt x="3442" y="144"/>
                    <a:pt x="3275" y="346"/>
                  </a:cubicBezTo>
                  <a:lnTo>
                    <a:pt x="2751" y="346"/>
                  </a:lnTo>
                  <a:cubicBezTo>
                    <a:pt x="2525" y="346"/>
                    <a:pt x="2335" y="501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9"/>
                    <a:pt x="1" y="1382"/>
                  </a:cubicBezTo>
                  <a:lnTo>
                    <a:pt x="1" y="10323"/>
                  </a:lnTo>
                  <a:cubicBezTo>
                    <a:pt x="1" y="10692"/>
                    <a:pt x="299" y="11002"/>
                    <a:pt x="680" y="11002"/>
                  </a:cubicBezTo>
                  <a:lnTo>
                    <a:pt x="7216" y="11002"/>
                  </a:lnTo>
                  <a:cubicBezTo>
                    <a:pt x="7585" y="11002"/>
                    <a:pt x="7907" y="10704"/>
                    <a:pt x="7907" y="10323"/>
                  </a:cubicBezTo>
                  <a:lnTo>
                    <a:pt x="7907" y="1382"/>
                  </a:lnTo>
                  <a:cubicBezTo>
                    <a:pt x="7907" y="989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501"/>
                    <a:pt x="5383" y="346"/>
                    <a:pt x="5168" y="346"/>
                  </a:cubicBezTo>
                  <a:lnTo>
                    <a:pt x="4644" y="346"/>
                  </a:lnTo>
                  <a:cubicBezTo>
                    <a:pt x="4478" y="144"/>
                    <a:pt x="4228" y="1"/>
                    <a:pt x="395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1654;p80"/>
            <p:cNvSpPr/>
            <p:nvPr/>
          </p:nvSpPr>
          <p:spPr>
            <a:xfrm>
              <a:off x="1031604" y="1530205"/>
              <a:ext cx="10280" cy="10248"/>
            </a:xfrm>
            <a:custGeom>
              <a:avLst/>
              <a:gdLst/>
              <a:ahLst/>
              <a:cxnLst/>
              <a:rect l="l" t="t" r="r" b="b"/>
              <a:pathLst>
                <a:path w="32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cubicBezTo>
                    <a:pt x="251" y="322"/>
                    <a:pt x="322" y="250"/>
                    <a:pt x="322" y="167"/>
                  </a:cubicBez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1655;p80"/>
            <p:cNvSpPr/>
            <p:nvPr/>
          </p:nvSpPr>
          <p:spPr>
            <a:xfrm>
              <a:off x="932334" y="1551784"/>
              <a:ext cx="208088" cy="273653"/>
            </a:xfrm>
            <a:custGeom>
              <a:avLst/>
              <a:gdLst/>
              <a:ahLst/>
              <a:cxnLst/>
              <a:rect l="l" t="t" r="r" b="b"/>
              <a:pathLst>
                <a:path w="6538" h="8598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8430"/>
                  </a:lnTo>
                  <a:cubicBezTo>
                    <a:pt x="1" y="8526"/>
                    <a:pt x="72" y="8597"/>
                    <a:pt x="167" y="8597"/>
                  </a:cubicBezTo>
                  <a:lnTo>
                    <a:pt x="6358" y="8597"/>
                  </a:lnTo>
                  <a:cubicBezTo>
                    <a:pt x="6442" y="8597"/>
                    <a:pt x="6525" y="8526"/>
                    <a:pt x="6525" y="8430"/>
                  </a:cubicBezTo>
                  <a:lnTo>
                    <a:pt x="6525" y="168"/>
                  </a:lnTo>
                  <a:cubicBezTo>
                    <a:pt x="6537" y="84"/>
                    <a:pt x="6466" y="13"/>
                    <a:pt x="6370" y="13"/>
                  </a:cubicBezTo>
                  <a:lnTo>
                    <a:pt x="5513" y="13"/>
                  </a:lnTo>
                  <a:cubicBezTo>
                    <a:pt x="5418" y="13"/>
                    <a:pt x="5346" y="84"/>
                    <a:pt x="5346" y="168"/>
                  </a:cubicBezTo>
                  <a:cubicBezTo>
                    <a:pt x="5346" y="263"/>
                    <a:pt x="5418" y="334"/>
                    <a:pt x="5513" y="334"/>
                  </a:cubicBezTo>
                  <a:lnTo>
                    <a:pt x="6204" y="334"/>
                  </a:lnTo>
                  <a:lnTo>
                    <a:pt x="6204" y="8264"/>
                  </a:lnTo>
                  <a:lnTo>
                    <a:pt x="334" y="8264"/>
                  </a:lnTo>
                  <a:lnTo>
                    <a:pt x="334" y="334"/>
                  </a:lnTo>
                  <a:lnTo>
                    <a:pt x="1024" y="334"/>
                  </a:lnTo>
                  <a:cubicBezTo>
                    <a:pt x="1120" y="334"/>
                    <a:pt x="1191" y="263"/>
                    <a:pt x="1191" y="168"/>
                  </a:cubicBezTo>
                  <a:cubicBezTo>
                    <a:pt x="1191" y="84"/>
                    <a:pt x="1120" y="1"/>
                    <a:pt x="102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1656;p80"/>
            <p:cNvSpPr/>
            <p:nvPr/>
          </p:nvSpPr>
          <p:spPr>
            <a:xfrm>
              <a:off x="965689" y="1661302"/>
              <a:ext cx="32241" cy="32241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703" y="620"/>
                    <a:pt x="608" y="703"/>
                    <a:pt x="500" y="703"/>
                  </a:cubicBezTo>
                  <a:cubicBezTo>
                    <a:pt x="405" y="703"/>
                    <a:pt x="322" y="620"/>
                    <a:pt x="322" y="525"/>
                  </a:cubicBezTo>
                  <a:cubicBezTo>
                    <a:pt x="322" y="417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513"/>
                  </a:cubicBezTo>
                  <a:cubicBezTo>
                    <a:pt x="0" y="787"/>
                    <a:pt x="227" y="1013"/>
                    <a:pt x="500" y="1013"/>
                  </a:cubicBezTo>
                  <a:cubicBezTo>
                    <a:pt x="786" y="1013"/>
                    <a:pt x="1012" y="787"/>
                    <a:pt x="1012" y="513"/>
                  </a:cubicBezTo>
                  <a:cubicBezTo>
                    <a:pt x="1012" y="227"/>
                    <a:pt x="786" y="1"/>
                    <a:pt x="50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1657;p80"/>
            <p:cNvSpPr/>
            <p:nvPr/>
          </p:nvSpPr>
          <p:spPr>
            <a:xfrm>
              <a:off x="965689" y="1710571"/>
              <a:ext cx="32241" cy="32241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4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405" y="703"/>
                    <a:pt x="322" y="608"/>
                    <a:pt x="322" y="524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513"/>
                  </a:cubicBezTo>
                  <a:cubicBezTo>
                    <a:pt x="0" y="786"/>
                    <a:pt x="227" y="1013"/>
                    <a:pt x="500" y="1013"/>
                  </a:cubicBezTo>
                  <a:cubicBezTo>
                    <a:pt x="786" y="1013"/>
                    <a:pt x="1012" y="786"/>
                    <a:pt x="1012" y="513"/>
                  </a:cubicBezTo>
                  <a:cubicBezTo>
                    <a:pt x="1012" y="227"/>
                    <a:pt x="786" y="1"/>
                    <a:pt x="50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1658;p80"/>
            <p:cNvSpPr/>
            <p:nvPr/>
          </p:nvSpPr>
          <p:spPr>
            <a:xfrm>
              <a:off x="965689" y="1760604"/>
              <a:ext cx="32241" cy="31859"/>
            </a:xfrm>
            <a:custGeom>
              <a:avLst/>
              <a:gdLst/>
              <a:ahLst/>
              <a:cxnLst/>
              <a:rect l="l" t="t" r="r" b="b"/>
              <a:pathLst>
                <a:path w="1013" h="1001" extrusionOk="0">
                  <a:moveTo>
                    <a:pt x="500" y="322"/>
                  </a:moveTo>
                  <a:cubicBezTo>
                    <a:pt x="608" y="322"/>
                    <a:pt x="679" y="417"/>
                    <a:pt x="679" y="500"/>
                  </a:cubicBezTo>
                  <a:cubicBezTo>
                    <a:pt x="703" y="596"/>
                    <a:pt x="608" y="679"/>
                    <a:pt x="500" y="679"/>
                  </a:cubicBezTo>
                  <a:cubicBezTo>
                    <a:pt x="405" y="679"/>
                    <a:pt x="322" y="584"/>
                    <a:pt x="322" y="500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27" y="0"/>
                    <a:pt x="0" y="215"/>
                    <a:pt x="0" y="500"/>
                  </a:cubicBezTo>
                  <a:cubicBezTo>
                    <a:pt x="0" y="786"/>
                    <a:pt x="227" y="1000"/>
                    <a:pt x="500" y="1000"/>
                  </a:cubicBezTo>
                  <a:cubicBezTo>
                    <a:pt x="786" y="1000"/>
                    <a:pt x="1012" y="786"/>
                    <a:pt x="1012" y="500"/>
                  </a:cubicBezTo>
                  <a:cubicBezTo>
                    <a:pt x="1012" y="215"/>
                    <a:pt x="786" y="0"/>
                    <a:pt x="50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1659;p80"/>
            <p:cNvSpPr/>
            <p:nvPr/>
          </p:nvSpPr>
          <p:spPr>
            <a:xfrm>
              <a:off x="1009643" y="1661302"/>
              <a:ext cx="59899" cy="10662"/>
            </a:xfrm>
            <a:custGeom>
              <a:avLst/>
              <a:gdLst/>
              <a:ahLst/>
              <a:cxnLst/>
              <a:rect l="l" t="t" r="r" b="b"/>
              <a:pathLst>
                <a:path w="1882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1715" y="334"/>
                  </a:lnTo>
                  <a:cubicBezTo>
                    <a:pt x="1798" y="334"/>
                    <a:pt x="1882" y="263"/>
                    <a:pt x="1882" y="167"/>
                  </a:cubicBezTo>
                  <a:cubicBezTo>
                    <a:pt x="1882" y="72"/>
                    <a:pt x="1798" y="1"/>
                    <a:pt x="17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1660;p80"/>
            <p:cNvSpPr/>
            <p:nvPr/>
          </p:nvSpPr>
          <p:spPr>
            <a:xfrm>
              <a:off x="1009643" y="1683677"/>
              <a:ext cx="98188" cy="10630"/>
            </a:xfrm>
            <a:custGeom>
              <a:avLst/>
              <a:gdLst/>
              <a:ahLst/>
              <a:cxnLst/>
              <a:rect l="l" t="t" r="r" b="b"/>
              <a:pathLst>
                <a:path w="3085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2917" y="334"/>
                  </a:lnTo>
                  <a:cubicBezTo>
                    <a:pt x="3013" y="334"/>
                    <a:pt x="3084" y="250"/>
                    <a:pt x="3084" y="167"/>
                  </a:cubicBezTo>
                  <a:cubicBezTo>
                    <a:pt x="3084" y="72"/>
                    <a:pt x="3013" y="0"/>
                    <a:pt x="291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1661;p80"/>
            <p:cNvSpPr/>
            <p:nvPr/>
          </p:nvSpPr>
          <p:spPr>
            <a:xfrm>
              <a:off x="1009643" y="1710571"/>
              <a:ext cx="59899" cy="10630"/>
            </a:xfrm>
            <a:custGeom>
              <a:avLst/>
              <a:gdLst/>
              <a:ahLst/>
              <a:cxnLst/>
              <a:rect l="l" t="t" r="r" b="b"/>
              <a:pathLst>
                <a:path w="1882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1715" y="334"/>
                  </a:lnTo>
                  <a:cubicBezTo>
                    <a:pt x="1798" y="334"/>
                    <a:pt x="1882" y="263"/>
                    <a:pt x="1882" y="167"/>
                  </a:cubicBezTo>
                  <a:cubicBezTo>
                    <a:pt x="1882" y="84"/>
                    <a:pt x="1798" y="1"/>
                    <a:pt x="17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1662;p80"/>
            <p:cNvSpPr/>
            <p:nvPr/>
          </p:nvSpPr>
          <p:spPr>
            <a:xfrm>
              <a:off x="1009643" y="1732946"/>
              <a:ext cx="98188" cy="10630"/>
            </a:xfrm>
            <a:custGeom>
              <a:avLst/>
              <a:gdLst/>
              <a:ahLst/>
              <a:cxnLst/>
              <a:rect l="l" t="t" r="r" b="b"/>
              <a:pathLst>
                <a:path w="3085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2917" y="333"/>
                  </a:lnTo>
                  <a:cubicBezTo>
                    <a:pt x="3013" y="333"/>
                    <a:pt x="3084" y="250"/>
                    <a:pt x="3084" y="167"/>
                  </a:cubicBezTo>
                  <a:cubicBezTo>
                    <a:pt x="3084" y="71"/>
                    <a:pt x="3013" y="0"/>
                    <a:pt x="291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1663;p80"/>
            <p:cNvSpPr/>
            <p:nvPr/>
          </p:nvSpPr>
          <p:spPr>
            <a:xfrm>
              <a:off x="1009643" y="1760604"/>
              <a:ext cx="59899" cy="10248"/>
            </a:xfrm>
            <a:custGeom>
              <a:avLst/>
              <a:gdLst/>
              <a:ahLst/>
              <a:cxnLst/>
              <a:rect l="l" t="t" r="r" b="b"/>
              <a:pathLst>
                <a:path w="188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715" y="322"/>
                  </a:lnTo>
                  <a:cubicBezTo>
                    <a:pt x="1798" y="322"/>
                    <a:pt x="1882" y="250"/>
                    <a:pt x="1882" y="155"/>
                  </a:cubicBezTo>
                  <a:cubicBezTo>
                    <a:pt x="1882" y="72"/>
                    <a:pt x="1798" y="0"/>
                    <a:pt x="1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1664;p80"/>
            <p:cNvSpPr/>
            <p:nvPr/>
          </p:nvSpPr>
          <p:spPr>
            <a:xfrm>
              <a:off x="1009643" y="1782183"/>
              <a:ext cx="98188" cy="10662"/>
            </a:xfrm>
            <a:custGeom>
              <a:avLst/>
              <a:gdLst/>
              <a:ahLst/>
              <a:cxnLst/>
              <a:rect l="l" t="t" r="r" b="b"/>
              <a:pathLst>
                <a:path w="3085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2917" y="334"/>
                  </a:lnTo>
                  <a:cubicBezTo>
                    <a:pt x="3013" y="334"/>
                    <a:pt x="3084" y="251"/>
                    <a:pt x="3084" y="168"/>
                  </a:cubicBezTo>
                  <a:cubicBezTo>
                    <a:pt x="3084" y="72"/>
                    <a:pt x="3013" y="1"/>
                    <a:pt x="291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1665;p80"/>
            <p:cNvSpPr/>
            <p:nvPr/>
          </p:nvSpPr>
          <p:spPr>
            <a:xfrm>
              <a:off x="1009643" y="1579473"/>
              <a:ext cx="98188" cy="10630"/>
            </a:xfrm>
            <a:custGeom>
              <a:avLst/>
              <a:gdLst/>
              <a:ahLst/>
              <a:cxnLst/>
              <a:rect l="l" t="t" r="r" b="b"/>
              <a:pathLst>
                <a:path w="3085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2917" y="333"/>
                  </a:lnTo>
                  <a:cubicBezTo>
                    <a:pt x="3013" y="333"/>
                    <a:pt x="3084" y="250"/>
                    <a:pt x="3084" y="167"/>
                  </a:cubicBezTo>
                  <a:cubicBezTo>
                    <a:pt x="3084" y="71"/>
                    <a:pt x="3013" y="0"/>
                    <a:pt x="291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1666;p80"/>
            <p:cNvSpPr/>
            <p:nvPr/>
          </p:nvSpPr>
          <p:spPr>
            <a:xfrm>
              <a:off x="965689" y="1628711"/>
              <a:ext cx="142142" cy="10662"/>
            </a:xfrm>
            <a:custGeom>
              <a:avLst/>
              <a:gdLst/>
              <a:ahLst/>
              <a:cxnLst/>
              <a:rect l="l" t="t" r="r" b="b"/>
              <a:pathLst>
                <a:path w="4466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4298" y="334"/>
                  </a:lnTo>
                  <a:cubicBezTo>
                    <a:pt x="4394" y="334"/>
                    <a:pt x="4465" y="251"/>
                    <a:pt x="4465" y="168"/>
                  </a:cubicBezTo>
                  <a:cubicBezTo>
                    <a:pt x="4465" y="72"/>
                    <a:pt x="4394" y="1"/>
                    <a:pt x="429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1667;p80"/>
            <p:cNvSpPr/>
            <p:nvPr/>
          </p:nvSpPr>
          <p:spPr>
            <a:xfrm>
              <a:off x="1009643" y="1601434"/>
              <a:ext cx="26926" cy="10280"/>
            </a:xfrm>
            <a:custGeom>
              <a:avLst/>
              <a:gdLst/>
              <a:ahLst/>
              <a:cxnLst/>
              <a:rect l="l" t="t" r="r" b="b"/>
              <a:pathLst>
                <a:path w="846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4" y="322"/>
                    <a:pt x="846" y="251"/>
                    <a:pt x="846" y="155"/>
                  </a:cubicBezTo>
                  <a:cubicBezTo>
                    <a:pt x="846" y="72"/>
                    <a:pt x="762" y="1"/>
                    <a:pt x="6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1668;p80"/>
            <p:cNvSpPr/>
            <p:nvPr/>
          </p:nvSpPr>
          <p:spPr>
            <a:xfrm>
              <a:off x="1047550" y="1601434"/>
              <a:ext cx="26926" cy="10280"/>
            </a:xfrm>
            <a:custGeom>
              <a:avLst/>
              <a:gdLst/>
              <a:ahLst/>
              <a:cxnLst/>
              <a:rect l="l" t="t" r="r" b="b"/>
              <a:pathLst>
                <a:path w="846" h="323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cubicBezTo>
                    <a:pt x="0" y="251"/>
                    <a:pt x="71" y="322"/>
                    <a:pt x="167" y="322"/>
                  </a:cubicBezTo>
                  <a:lnTo>
                    <a:pt x="691" y="322"/>
                  </a:lnTo>
                  <a:cubicBezTo>
                    <a:pt x="774" y="322"/>
                    <a:pt x="845" y="251"/>
                    <a:pt x="845" y="155"/>
                  </a:cubicBezTo>
                  <a:cubicBezTo>
                    <a:pt x="845" y="72"/>
                    <a:pt x="774" y="1"/>
                    <a:pt x="6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1669;p80"/>
            <p:cNvSpPr/>
            <p:nvPr/>
          </p:nvSpPr>
          <p:spPr>
            <a:xfrm>
              <a:off x="966071" y="1579473"/>
              <a:ext cx="32241" cy="32241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691" y="310"/>
                  </a:moveTo>
                  <a:lnTo>
                    <a:pt x="691" y="691"/>
                  </a:lnTo>
                  <a:lnTo>
                    <a:pt x="310" y="691"/>
                  </a:lnTo>
                  <a:lnTo>
                    <a:pt x="310" y="310"/>
                  </a:lnTo>
                  <a:close/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845"/>
                  </a:lnTo>
                  <a:cubicBezTo>
                    <a:pt x="0" y="941"/>
                    <a:pt x="72" y="1012"/>
                    <a:pt x="167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5"/>
                  </a:cubicBezTo>
                  <a:lnTo>
                    <a:pt x="1012" y="167"/>
                  </a:lnTo>
                  <a:cubicBezTo>
                    <a:pt x="1000" y="71"/>
                    <a:pt x="941" y="0"/>
                    <a:pt x="84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p39"/>
          <p:cNvSpPr txBox="1">
            <a:spLocks noGrp="1"/>
          </p:cNvSpPr>
          <p:nvPr>
            <p:ph type="title"/>
          </p:nvPr>
        </p:nvSpPr>
        <p:spPr>
          <a:xfrm>
            <a:off x="188051" y="72180"/>
            <a:ext cx="9890850" cy="46984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ru-RU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Логическая структура и архитектура</a:t>
            </a:r>
            <a:endParaRPr sz="2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31" name="Google Shape;1531;p39"/>
          <p:cNvSpPr txBox="1">
            <a:spLocks noGrp="1"/>
          </p:cNvSpPr>
          <p:nvPr>
            <p:ph type="subTitle" idx="1"/>
          </p:nvPr>
        </p:nvSpPr>
        <p:spPr>
          <a:xfrm>
            <a:off x="5001013" y="3982804"/>
            <a:ext cx="3543000" cy="18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/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Логическая схема БД</a:t>
            </a:r>
            <a:endParaRPr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32" name="Google Shape;1532;p39"/>
          <p:cNvSpPr txBox="1">
            <a:spLocks noGrp="1"/>
          </p:cNvSpPr>
          <p:nvPr>
            <p:ph type="subTitle" idx="2"/>
          </p:nvPr>
        </p:nvSpPr>
        <p:spPr>
          <a:xfrm>
            <a:off x="0" y="3810805"/>
            <a:ext cx="5014051" cy="22785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/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Архитектурная схема взаимодействия</a:t>
            </a:r>
            <a:endParaRPr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533" name="Google Shape;1533;p39"/>
          <p:cNvGrpSpPr/>
          <p:nvPr/>
        </p:nvGrpSpPr>
        <p:grpSpPr>
          <a:xfrm>
            <a:off x="-119425" y="4459196"/>
            <a:ext cx="4558967" cy="1141122"/>
            <a:chOff x="-123925" y="4132283"/>
            <a:chExt cx="4558967" cy="1141122"/>
          </a:xfrm>
        </p:grpSpPr>
        <p:grpSp>
          <p:nvGrpSpPr>
            <p:cNvPr id="1534" name="Google Shape;1534;p39"/>
            <p:cNvGrpSpPr/>
            <p:nvPr/>
          </p:nvGrpSpPr>
          <p:grpSpPr>
            <a:xfrm>
              <a:off x="-2" y="4132283"/>
              <a:ext cx="2308406" cy="1141122"/>
              <a:chOff x="-2" y="4132283"/>
              <a:chExt cx="2308406" cy="1141122"/>
            </a:xfrm>
          </p:grpSpPr>
          <p:sp>
            <p:nvSpPr>
              <p:cNvPr id="1535" name="Google Shape;1535;p39"/>
              <p:cNvSpPr/>
              <p:nvPr/>
            </p:nvSpPr>
            <p:spPr>
              <a:xfrm rot="5400000">
                <a:off x="663005" y="3628622"/>
                <a:ext cx="981776" cy="2307791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39"/>
              <p:cNvSpPr/>
              <p:nvPr/>
            </p:nvSpPr>
            <p:spPr>
              <a:xfrm rot="5400000">
                <a:off x="663620" y="3469276"/>
                <a:ext cx="981776" cy="2307791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37" name="Google Shape;1537;p39"/>
            <p:cNvGrpSpPr/>
            <p:nvPr/>
          </p:nvGrpSpPr>
          <p:grpSpPr>
            <a:xfrm>
              <a:off x="-123925" y="4386226"/>
              <a:ext cx="4558967" cy="134100"/>
              <a:chOff x="796100" y="3019701"/>
              <a:chExt cx="4558967" cy="134100"/>
            </a:xfrm>
          </p:grpSpPr>
          <p:sp>
            <p:nvSpPr>
              <p:cNvPr id="1538" name="Google Shape;1538;p39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39" name="Google Shape;1539;p39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40" name="Google Shape;1540;p39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17" y="889284"/>
            <a:ext cx="3586163" cy="3064268"/>
          </a:xfrm>
          <a:prstGeom prst="rect">
            <a:avLst/>
          </a:prstGeom>
        </p:spPr>
      </p:pic>
      <p:pic>
        <p:nvPicPr>
          <p:cNvPr id="15" name="Рисунок 14"/>
          <p:cNvPicPr/>
          <p:nvPr/>
        </p:nvPicPr>
        <p:blipFill>
          <a:blip r:embed="rId4"/>
          <a:stretch>
            <a:fillRect/>
          </a:stretch>
        </p:blipFill>
        <p:spPr>
          <a:xfrm>
            <a:off x="4966971" y="753908"/>
            <a:ext cx="3611084" cy="33350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5" name="Google Shape;1745;p44"/>
          <p:cNvSpPr txBox="1">
            <a:spLocks noGrp="1"/>
          </p:cNvSpPr>
          <p:nvPr>
            <p:ph type="title"/>
          </p:nvPr>
        </p:nvSpPr>
        <p:spPr>
          <a:xfrm>
            <a:off x="94539" y="10610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Функциональные возможности</a:t>
            </a:r>
            <a:endParaRPr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48" name="Google Shape;1748;p44"/>
          <p:cNvSpPr txBox="1">
            <a:spLocks noGrp="1"/>
          </p:cNvSpPr>
          <p:nvPr>
            <p:ph type="subTitle" idx="6"/>
          </p:nvPr>
        </p:nvSpPr>
        <p:spPr>
          <a:xfrm>
            <a:off x="4783545" y="4067432"/>
            <a:ext cx="3657015" cy="107606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Управление заказами</a:t>
            </a:r>
            <a:endParaRPr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49" name="Google Shape;1749;p44"/>
          <p:cNvSpPr txBox="1">
            <a:spLocks noGrp="1"/>
          </p:cNvSpPr>
          <p:nvPr>
            <p:ph type="subTitle" idx="4"/>
          </p:nvPr>
        </p:nvSpPr>
        <p:spPr>
          <a:xfrm>
            <a:off x="1024511" y="4741200"/>
            <a:ext cx="19818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/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Чат-бот</a:t>
            </a:r>
            <a:endParaRPr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52" name="Google Shape;1752;p44"/>
          <p:cNvPicPr preferRelativeResize="0">
            <a:picLocks noGrp="1"/>
          </p:cNvPicPr>
          <p:nvPr>
            <p:ph type="pic" idx="7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453"/>
          <a:stretch/>
        </p:blipFill>
        <p:spPr>
          <a:xfrm>
            <a:off x="94539" y="750267"/>
            <a:ext cx="3926403" cy="390001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8" name="Google Shape;1752;p44"/>
          <p:cNvPicPr preferRelativeResize="0">
            <a:picLocks noGrp="1"/>
          </p:cNvPicPr>
          <p:nvPr>
            <p:ph type="pic" idx="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852" y="750267"/>
            <a:ext cx="3926403" cy="390001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ru-R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Заключение</a:t>
            </a:r>
            <a:endParaRPr sz="3200" dirty="0">
              <a:solidFill>
                <a:schemeClr val="dk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IBM Plex Mono"/>
            </a:endParaRPr>
          </a:p>
        </p:txBody>
      </p:sp>
      <p:sp>
        <p:nvSpPr>
          <p:cNvPr id="1467" name="Google Shape;1467;p37"/>
          <p:cNvSpPr txBox="1">
            <a:spLocks noGrp="1"/>
          </p:cNvSpPr>
          <p:nvPr>
            <p:ph type="subTitle" idx="9"/>
          </p:nvPr>
        </p:nvSpPr>
        <p:spPr>
          <a:xfrm>
            <a:off x="720000" y="2201501"/>
            <a:ext cx="32337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Разработан модульный программный комплекс.</a:t>
            </a:r>
            <a:endParaRPr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72" name="Google Shape;1472;p37"/>
          <p:cNvSpPr txBox="1">
            <a:spLocks noGrp="1"/>
          </p:cNvSpPr>
          <p:nvPr>
            <p:ph type="title" idx="5"/>
          </p:nvPr>
        </p:nvSpPr>
        <p:spPr>
          <a:xfrm>
            <a:off x="720003" y="1344775"/>
            <a:ext cx="1057500" cy="64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473" name="Google Shape;1473;p37"/>
          <p:cNvSpPr txBox="1">
            <a:spLocks noGrp="1"/>
          </p:cNvSpPr>
          <p:nvPr>
            <p:ph type="title" idx="6"/>
          </p:nvPr>
        </p:nvSpPr>
        <p:spPr>
          <a:xfrm>
            <a:off x="720003" y="3040971"/>
            <a:ext cx="1057500" cy="64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474" name="Google Shape;1474;p37"/>
          <p:cNvSpPr txBox="1">
            <a:spLocks noGrp="1"/>
          </p:cNvSpPr>
          <p:nvPr>
            <p:ph type="title" idx="7"/>
          </p:nvPr>
        </p:nvSpPr>
        <p:spPr>
          <a:xfrm>
            <a:off x="4366698" y="1344775"/>
            <a:ext cx="1057500" cy="64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475" name="Google Shape;1475;p37"/>
          <p:cNvSpPr txBox="1">
            <a:spLocks noGrp="1"/>
          </p:cNvSpPr>
          <p:nvPr>
            <p:ph type="title" idx="8"/>
          </p:nvPr>
        </p:nvSpPr>
        <p:spPr>
          <a:xfrm>
            <a:off x="4366698" y="3040971"/>
            <a:ext cx="1057500" cy="64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476" name="Google Shape;1476;p37"/>
          <p:cNvSpPr txBox="1">
            <a:spLocks noGrp="1"/>
          </p:cNvSpPr>
          <p:nvPr>
            <p:ph type="subTitle" idx="13"/>
          </p:nvPr>
        </p:nvSpPr>
        <p:spPr>
          <a:xfrm>
            <a:off x="4366698" y="2201501"/>
            <a:ext cx="32337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Обеспечена интеграция через REST API.</a:t>
            </a:r>
            <a:endParaRPr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77" name="Google Shape;1477;p37"/>
          <p:cNvSpPr txBox="1">
            <a:spLocks noGrp="1"/>
          </p:cNvSpPr>
          <p:nvPr>
            <p:ph type="subTitle" idx="14"/>
          </p:nvPr>
        </p:nvSpPr>
        <p:spPr>
          <a:xfrm>
            <a:off x="720000" y="3900146"/>
            <a:ext cx="32337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Проведено успешное тестирование системы.</a:t>
            </a:r>
            <a:endParaRPr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78" name="Google Shape;1478;p37"/>
          <p:cNvSpPr txBox="1">
            <a:spLocks noGrp="1"/>
          </p:cNvSpPr>
          <p:nvPr>
            <p:ph type="subTitle" idx="15"/>
          </p:nvPr>
        </p:nvSpPr>
        <p:spPr>
          <a:xfrm>
            <a:off x="4366698" y="3900146"/>
            <a:ext cx="32337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Продукт готов к использованию</a:t>
            </a:r>
            <a:endParaRPr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troduction to Coding Workshop by Slidesgo">
  <a:themeElements>
    <a:clrScheme name="Simple Light">
      <a:dk1>
        <a:srgbClr val="1D1D1D"/>
      </a:dk1>
      <a:lt1>
        <a:srgbClr val="F5F8FF"/>
      </a:lt1>
      <a:dk2>
        <a:srgbClr val="0C0A9E"/>
      </a:dk2>
      <a:lt2>
        <a:srgbClr val="EB9109"/>
      </a:lt2>
      <a:accent1>
        <a:srgbClr val="8208D5"/>
      </a:accent1>
      <a:accent2>
        <a:srgbClr val="BFBEF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D1D1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96</Words>
  <Application>Microsoft Office PowerPoint</Application>
  <PresentationFormat>Экран (16:9)</PresentationFormat>
  <Paragraphs>34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1" baseType="lpstr">
      <vt:lpstr>IBM Plex Mono</vt:lpstr>
      <vt:lpstr>Arial</vt:lpstr>
      <vt:lpstr>Source Code Pro</vt:lpstr>
      <vt:lpstr>Poppins</vt:lpstr>
      <vt:lpstr>Calibri</vt:lpstr>
      <vt:lpstr>Introduction to Coding Workshop by Slidesgo</vt:lpstr>
      <vt:lpstr>Дипломный проект «Разработка и интеграция веб приложения для оформления и администрирования заказов с системой автоматизированных уведомлений клиентов  через чат-бот»</vt:lpstr>
      <vt:lpstr>Цель и задачи проекта</vt:lpstr>
      <vt:lpstr>Логическая структура и архитектура</vt:lpstr>
      <vt:lpstr>Функциональные возможности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Coding Workshop</dc:title>
  <dc:creator>AvEjpg</dc:creator>
  <cp:lastModifiedBy>Game Hejoy</cp:lastModifiedBy>
  <cp:revision>11</cp:revision>
  <dcterms:modified xsi:type="dcterms:W3CDTF">2026-06-03T09:33:05Z</dcterms:modified>
</cp:coreProperties>
</file>