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7"/>
  </p:notesMasterIdLst>
  <p:sldIdLst>
    <p:sldId id="256" r:id="rId2"/>
    <p:sldId id="262" r:id="rId3"/>
    <p:sldId id="260" r:id="rId4"/>
    <p:sldId id="265" r:id="rId5"/>
    <p:sldId id="258" r:id="rId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Source Code Pro" panose="020B0604020202020204" charset="0"/>
      <p:regular r:id="rId12"/>
      <p:bold r:id="rId13"/>
      <p:italic r:id="rId14"/>
      <p:boldItalic r:id="rId15"/>
    </p:embeddedFont>
    <p:embeddedFont>
      <p:font typeface="IBM Plex Mono" panose="020B0604020202020204" charset="-52"/>
      <p:regular r:id="rId16"/>
      <p:bold r:id="rId17"/>
      <p:italic r:id="rId18"/>
      <p:boldItalic r:id="rId19"/>
    </p:embeddedFont>
    <p:embeddedFont>
      <p:font typeface="Poppins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674B37-EDA9-4F44-A893-EDB4124069DD}">
  <a:tblStyle styleId="{46674B37-EDA9-4F44-A893-EDB4124069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66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25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25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25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7" name="Google Shape;1117;p25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8" name="Google Shape;1118;p25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9" name="Google Shape;1119;p25"/>
          <p:cNvSpPr>
            <a:spLocks noGrp="1"/>
          </p:cNvSpPr>
          <p:nvPr>
            <p:ph type="pic" idx="7"/>
          </p:nvPr>
        </p:nvSpPr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0" name="Google Shape;1120;p25"/>
          <p:cNvSpPr>
            <a:spLocks noGrp="1"/>
          </p:cNvSpPr>
          <p:nvPr>
            <p:ph type="pic" idx="8"/>
          </p:nvPr>
        </p:nvSpPr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1" name="Google Shape;1121;p25"/>
          <p:cNvSpPr>
            <a:spLocks noGrp="1"/>
          </p:cNvSpPr>
          <p:nvPr>
            <p:ph type="pic" idx="9"/>
          </p:nvPr>
        </p:nvSpPr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  <p:sldLayoutId id="2147483665" r:id="rId5"/>
    <p:sldLayoutId id="2147483671" r:id="rId6"/>
    <p:sldLayoutId id="2147483676" r:id="rId7"/>
    <p:sldLayoutId id="214748367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204490" y="2969391"/>
            <a:ext cx="2971352" cy="2251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226119" y="264606"/>
            <a:ext cx="6860376" cy="1602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МИНИСТЕРСТВО ОБРАЗОВАНИЯ МОСКОВСКОЙ ОБЛАСТИ</a:t>
            </a:r>
            <a:b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«Физико-технический колледж</a:t>
            </a:r>
            <a:r>
              <a:rPr lang="ru-RU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</a:t>
            </a:r>
          </a:p>
          <a:p>
            <a:pPr algn="ctr">
              <a:lnSpc>
                <a:spcPct val="100000"/>
              </a:lnSpc>
            </a:pPr>
            <a:endParaRPr lang="ru-RU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09.02.07 «Информационные системы и программирование»</a:t>
            </a:r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542568" y="624353"/>
            <a:ext cx="8517170" cy="31692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ru-RU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Дипломный проект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«Разработка и интеграция веб приложения для оформления и администрирования заказов с системой автоматизированных уведомлений </a:t>
            </a: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клиентов</a:t>
            </a:r>
            <a:b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через чат-бот</a:t>
            </a:r>
            <a:r>
              <a:rPr lang="ru-RU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</a:t>
            </a:r>
            <a:endParaRPr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0" y="3870707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7468041" y="1510427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97" y="3937742"/>
            <a:ext cx="4306110" cy="566458"/>
          </a:xfrm>
          <a:prstGeom prst="rect">
            <a:avLst/>
          </a:prstGeom>
        </p:spPr>
      </p:pic>
      <p:sp>
        <p:nvSpPr>
          <p:cNvPr id="32" name="Google Shape;1430;p35"/>
          <p:cNvSpPr txBox="1">
            <a:spLocks/>
          </p:cNvSpPr>
          <p:nvPr/>
        </p:nvSpPr>
        <p:spPr>
          <a:xfrm>
            <a:off x="5914210" y="3612492"/>
            <a:ext cx="2588666" cy="140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Выполнил: </a:t>
            </a:r>
          </a:p>
          <a:p>
            <a:pPr algn="r"/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студент гр. ИСП-22</a:t>
            </a:r>
          </a:p>
          <a:p>
            <a:pPr algn="r"/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Кузнецов </a:t>
            </a:r>
            <a:r>
              <a:rPr lang="ru-RU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</a:t>
            </a:r>
            <a:r>
              <a:rPr lang="ru-RU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рсений Олегович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Руководитель ДП:</a:t>
            </a:r>
          </a:p>
          <a:p>
            <a:pPr algn="r"/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Перова </a:t>
            </a:r>
            <a:r>
              <a:rPr lang="ru-RU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Ксения Сергеевна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D9DF4E-67BE-976F-ABBD-86777923B260}"/>
              </a:ext>
            </a:extLst>
          </p:cNvPr>
          <p:cNvSpPr txBox="1"/>
          <p:nvPr/>
        </p:nvSpPr>
        <p:spPr>
          <a:xfrm>
            <a:off x="3869648" y="4725005"/>
            <a:ext cx="1863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Долгопрудный – 2026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Цель и задачи проекта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5" name="Google Shape;1635;p41"/>
          <p:cNvSpPr txBox="1">
            <a:spLocks noGrp="1"/>
          </p:cNvSpPr>
          <p:nvPr>
            <p:ph type="subTitle" idx="1"/>
          </p:nvPr>
        </p:nvSpPr>
        <p:spPr>
          <a:xfrm>
            <a:off x="4842124" y="2372501"/>
            <a:ext cx="4146234" cy="2231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Анализ требований и проектирование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Разработка чат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бота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Разработка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backend-API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Создание веб интерфейса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Тестирование и отладка системы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6" name="Google Shape;1636;p41"/>
          <p:cNvSpPr txBox="1">
            <a:spLocks noGrp="1"/>
          </p:cNvSpPr>
          <p:nvPr>
            <p:ph type="subTitle" idx="2"/>
          </p:nvPr>
        </p:nvSpPr>
        <p:spPr>
          <a:xfrm>
            <a:off x="1304633" y="2300911"/>
            <a:ext cx="2729103" cy="2699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Автоматизация бизнес-процессов с помощью чат-бота и веб-приложения</a:t>
            </a:r>
            <a:endParaRPr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7" name="Google Shape;1637;p41"/>
          <p:cNvSpPr txBox="1">
            <a:spLocks noGrp="1"/>
          </p:cNvSpPr>
          <p:nvPr>
            <p:ph type="subTitle" idx="3"/>
          </p:nvPr>
        </p:nvSpPr>
        <p:spPr>
          <a:xfrm>
            <a:off x="4842123" y="2171350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ЗАДАЧИ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" name="Google Shape;1638;p41"/>
          <p:cNvSpPr txBox="1">
            <a:spLocks noGrp="1"/>
          </p:cNvSpPr>
          <p:nvPr>
            <p:ph type="subTitle" idx="4"/>
          </p:nvPr>
        </p:nvSpPr>
        <p:spPr>
          <a:xfrm>
            <a:off x="1185765" y="2099761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ЦЕЛЬ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0" name="Google Shape;12276;p80"/>
          <p:cNvGrpSpPr/>
          <p:nvPr/>
        </p:nvGrpSpPr>
        <p:grpSpPr>
          <a:xfrm>
            <a:off x="1374549" y="1400783"/>
            <a:ext cx="697442" cy="593771"/>
            <a:chOff x="7929578" y="4284365"/>
            <a:chExt cx="395266" cy="351312"/>
          </a:xfrm>
          <a:solidFill>
            <a:schemeClr val="tx2"/>
          </a:solidFill>
        </p:grpSpPr>
        <p:sp>
          <p:nvSpPr>
            <p:cNvPr id="31" name="Google Shape;12277;p80"/>
            <p:cNvSpPr/>
            <p:nvPr/>
          </p:nvSpPr>
          <p:spPr>
            <a:xfrm>
              <a:off x="7954213" y="4588668"/>
              <a:ext cx="11394" cy="47009"/>
            </a:xfrm>
            <a:custGeom>
              <a:avLst/>
              <a:gdLst/>
              <a:ahLst/>
              <a:cxnLst/>
              <a:rect l="l" t="t" r="r" b="b"/>
              <a:pathLst>
                <a:path w="358" h="1477" extrusionOk="0">
                  <a:moveTo>
                    <a:pt x="179" y="0"/>
                  </a:moveTo>
                  <a:cubicBezTo>
                    <a:pt x="84" y="0"/>
                    <a:pt x="0" y="84"/>
                    <a:pt x="0" y="179"/>
                  </a:cubicBezTo>
                  <a:lnTo>
                    <a:pt x="0" y="1298"/>
                  </a:lnTo>
                  <a:cubicBezTo>
                    <a:pt x="0" y="1405"/>
                    <a:pt x="84" y="1477"/>
                    <a:pt x="179" y="1477"/>
                  </a:cubicBezTo>
                  <a:cubicBezTo>
                    <a:pt x="286" y="1477"/>
                    <a:pt x="358" y="1405"/>
                    <a:pt x="358" y="1298"/>
                  </a:cubicBezTo>
                  <a:lnTo>
                    <a:pt x="358" y="179"/>
                  </a:lnTo>
                  <a:cubicBezTo>
                    <a:pt x="358" y="96"/>
                    <a:pt x="286" y="0"/>
                    <a:pt x="1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278;p80"/>
            <p:cNvSpPr/>
            <p:nvPr/>
          </p:nvSpPr>
          <p:spPr>
            <a:xfrm>
              <a:off x="7929578" y="4432522"/>
              <a:ext cx="213372" cy="203155"/>
            </a:xfrm>
            <a:custGeom>
              <a:avLst/>
              <a:gdLst/>
              <a:ahLst/>
              <a:cxnLst/>
              <a:rect l="l" t="t" r="r" b="b"/>
              <a:pathLst>
                <a:path w="6704" h="6383" extrusionOk="0">
                  <a:moveTo>
                    <a:pt x="6192" y="1013"/>
                  </a:moveTo>
                  <a:lnTo>
                    <a:pt x="6275" y="1275"/>
                  </a:lnTo>
                  <a:cubicBezTo>
                    <a:pt x="6287" y="1358"/>
                    <a:pt x="6275" y="1430"/>
                    <a:pt x="6216" y="1489"/>
                  </a:cubicBezTo>
                  <a:lnTo>
                    <a:pt x="6108" y="1596"/>
                  </a:lnTo>
                  <a:lnTo>
                    <a:pt x="5858" y="1334"/>
                  </a:lnTo>
                  <a:lnTo>
                    <a:pt x="6192" y="1013"/>
                  </a:lnTo>
                  <a:close/>
                  <a:moveTo>
                    <a:pt x="1941" y="382"/>
                  </a:moveTo>
                  <a:cubicBezTo>
                    <a:pt x="2251" y="382"/>
                    <a:pt x="2536" y="501"/>
                    <a:pt x="2763" y="727"/>
                  </a:cubicBezTo>
                  <a:cubicBezTo>
                    <a:pt x="2965" y="953"/>
                    <a:pt x="3096" y="1251"/>
                    <a:pt x="3132" y="1573"/>
                  </a:cubicBezTo>
                  <a:cubicBezTo>
                    <a:pt x="3144" y="1692"/>
                    <a:pt x="3156" y="1846"/>
                    <a:pt x="3179" y="2001"/>
                  </a:cubicBezTo>
                  <a:cubicBezTo>
                    <a:pt x="2977" y="1680"/>
                    <a:pt x="2656" y="1430"/>
                    <a:pt x="2239" y="1287"/>
                  </a:cubicBezTo>
                  <a:cubicBezTo>
                    <a:pt x="1947" y="1199"/>
                    <a:pt x="1670" y="1191"/>
                    <a:pt x="1579" y="1191"/>
                  </a:cubicBezTo>
                  <a:cubicBezTo>
                    <a:pt x="1559" y="1191"/>
                    <a:pt x="1548" y="1192"/>
                    <a:pt x="1548" y="1192"/>
                  </a:cubicBezTo>
                  <a:cubicBezTo>
                    <a:pt x="1513" y="1192"/>
                    <a:pt x="1465" y="1204"/>
                    <a:pt x="1429" y="1251"/>
                  </a:cubicBezTo>
                  <a:lnTo>
                    <a:pt x="1108" y="1585"/>
                  </a:lnTo>
                  <a:cubicBezTo>
                    <a:pt x="1036" y="1668"/>
                    <a:pt x="1036" y="1787"/>
                    <a:pt x="1108" y="1846"/>
                  </a:cubicBezTo>
                  <a:cubicBezTo>
                    <a:pt x="1143" y="1882"/>
                    <a:pt x="1191" y="1900"/>
                    <a:pt x="1237" y="1900"/>
                  </a:cubicBezTo>
                  <a:cubicBezTo>
                    <a:pt x="1283" y="1900"/>
                    <a:pt x="1328" y="1882"/>
                    <a:pt x="1358" y="1846"/>
                  </a:cubicBezTo>
                  <a:lnTo>
                    <a:pt x="1632" y="1561"/>
                  </a:lnTo>
                  <a:cubicBezTo>
                    <a:pt x="1870" y="1573"/>
                    <a:pt x="2620" y="1668"/>
                    <a:pt x="2906" y="2299"/>
                  </a:cubicBezTo>
                  <a:cubicBezTo>
                    <a:pt x="2834" y="2763"/>
                    <a:pt x="2417" y="3120"/>
                    <a:pt x="1929" y="3120"/>
                  </a:cubicBezTo>
                  <a:cubicBezTo>
                    <a:pt x="1393" y="3120"/>
                    <a:pt x="941" y="2680"/>
                    <a:pt x="941" y="2144"/>
                  </a:cubicBezTo>
                  <a:cubicBezTo>
                    <a:pt x="941" y="2037"/>
                    <a:pt x="870" y="1966"/>
                    <a:pt x="762" y="1966"/>
                  </a:cubicBezTo>
                  <a:cubicBezTo>
                    <a:pt x="751" y="1966"/>
                    <a:pt x="715" y="1966"/>
                    <a:pt x="703" y="1977"/>
                  </a:cubicBezTo>
                  <a:cubicBezTo>
                    <a:pt x="715" y="1835"/>
                    <a:pt x="751" y="1680"/>
                    <a:pt x="751" y="1573"/>
                  </a:cubicBezTo>
                  <a:cubicBezTo>
                    <a:pt x="774" y="1251"/>
                    <a:pt x="893" y="953"/>
                    <a:pt x="1120" y="727"/>
                  </a:cubicBezTo>
                  <a:cubicBezTo>
                    <a:pt x="1334" y="501"/>
                    <a:pt x="1632" y="382"/>
                    <a:pt x="1941" y="382"/>
                  </a:cubicBezTo>
                  <a:close/>
                  <a:moveTo>
                    <a:pt x="631" y="2442"/>
                  </a:moveTo>
                  <a:cubicBezTo>
                    <a:pt x="703" y="2763"/>
                    <a:pt x="917" y="3049"/>
                    <a:pt x="1179" y="3228"/>
                  </a:cubicBezTo>
                  <a:lnTo>
                    <a:pt x="1179" y="3442"/>
                  </a:lnTo>
                  <a:lnTo>
                    <a:pt x="1167" y="3442"/>
                  </a:lnTo>
                  <a:cubicBezTo>
                    <a:pt x="822" y="3382"/>
                    <a:pt x="572" y="3287"/>
                    <a:pt x="417" y="3216"/>
                  </a:cubicBezTo>
                  <a:cubicBezTo>
                    <a:pt x="405" y="3216"/>
                    <a:pt x="417" y="3204"/>
                    <a:pt x="417" y="3204"/>
                  </a:cubicBezTo>
                  <a:cubicBezTo>
                    <a:pt x="501" y="2989"/>
                    <a:pt x="572" y="2728"/>
                    <a:pt x="631" y="2442"/>
                  </a:cubicBezTo>
                  <a:close/>
                  <a:moveTo>
                    <a:pt x="3239" y="2454"/>
                  </a:moveTo>
                  <a:cubicBezTo>
                    <a:pt x="3275" y="2692"/>
                    <a:pt x="3334" y="2942"/>
                    <a:pt x="3418" y="3144"/>
                  </a:cubicBezTo>
                  <a:lnTo>
                    <a:pt x="3084" y="3454"/>
                  </a:lnTo>
                  <a:cubicBezTo>
                    <a:pt x="3037" y="3478"/>
                    <a:pt x="3001" y="3513"/>
                    <a:pt x="2941" y="3513"/>
                  </a:cubicBezTo>
                  <a:lnTo>
                    <a:pt x="2894" y="3513"/>
                  </a:lnTo>
                  <a:cubicBezTo>
                    <a:pt x="2775" y="3513"/>
                    <a:pt x="2679" y="3418"/>
                    <a:pt x="2679" y="3299"/>
                  </a:cubicBezTo>
                  <a:lnTo>
                    <a:pt x="2679" y="3239"/>
                  </a:lnTo>
                  <a:cubicBezTo>
                    <a:pt x="2953" y="3061"/>
                    <a:pt x="3144" y="2787"/>
                    <a:pt x="3239" y="2454"/>
                  </a:cubicBezTo>
                  <a:close/>
                  <a:moveTo>
                    <a:pt x="2358" y="3418"/>
                  </a:moveTo>
                  <a:cubicBezTo>
                    <a:pt x="2370" y="3525"/>
                    <a:pt x="2429" y="3620"/>
                    <a:pt x="2489" y="3692"/>
                  </a:cubicBezTo>
                  <a:lnTo>
                    <a:pt x="2203" y="3954"/>
                  </a:lnTo>
                  <a:cubicBezTo>
                    <a:pt x="2132" y="4031"/>
                    <a:pt x="2033" y="4070"/>
                    <a:pt x="1934" y="4070"/>
                  </a:cubicBezTo>
                  <a:cubicBezTo>
                    <a:pt x="1834" y="4070"/>
                    <a:pt x="1733" y="4031"/>
                    <a:pt x="1655" y="3954"/>
                  </a:cubicBezTo>
                  <a:lnTo>
                    <a:pt x="1489" y="3799"/>
                  </a:lnTo>
                  <a:cubicBezTo>
                    <a:pt x="1524" y="3740"/>
                    <a:pt x="1536" y="3680"/>
                    <a:pt x="1536" y="3620"/>
                  </a:cubicBezTo>
                  <a:lnTo>
                    <a:pt x="1536" y="3418"/>
                  </a:lnTo>
                  <a:cubicBezTo>
                    <a:pt x="1667" y="3466"/>
                    <a:pt x="1810" y="3478"/>
                    <a:pt x="1941" y="3478"/>
                  </a:cubicBezTo>
                  <a:cubicBezTo>
                    <a:pt x="2084" y="3478"/>
                    <a:pt x="2227" y="3454"/>
                    <a:pt x="2358" y="3418"/>
                  </a:cubicBezTo>
                  <a:close/>
                  <a:moveTo>
                    <a:pt x="1941" y="1"/>
                  </a:moveTo>
                  <a:cubicBezTo>
                    <a:pt x="1120" y="1"/>
                    <a:pt x="465" y="656"/>
                    <a:pt x="393" y="1537"/>
                  </a:cubicBezTo>
                  <a:cubicBezTo>
                    <a:pt x="358" y="1882"/>
                    <a:pt x="239" y="2644"/>
                    <a:pt x="72" y="3061"/>
                  </a:cubicBezTo>
                  <a:cubicBezTo>
                    <a:pt x="0" y="3251"/>
                    <a:pt x="96" y="3454"/>
                    <a:pt x="274" y="3537"/>
                  </a:cubicBezTo>
                  <a:cubicBezTo>
                    <a:pt x="405" y="3597"/>
                    <a:pt x="608" y="3692"/>
                    <a:pt x="893" y="3751"/>
                  </a:cubicBezTo>
                  <a:lnTo>
                    <a:pt x="417" y="3990"/>
                  </a:lnTo>
                  <a:cubicBezTo>
                    <a:pt x="155" y="4121"/>
                    <a:pt x="0" y="4371"/>
                    <a:pt x="0" y="4668"/>
                  </a:cubicBezTo>
                  <a:lnTo>
                    <a:pt x="0" y="6204"/>
                  </a:lnTo>
                  <a:cubicBezTo>
                    <a:pt x="0" y="6311"/>
                    <a:pt x="72" y="6383"/>
                    <a:pt x="179" y="6383"/>
                  </a:cubicBezTo>
                  <a:cubicBezTo>
                    <a:pt x="286" y="6383"/>
                    <a:pt x="358" y="6311"/>
                    <a:pt x="358" y="6204"/>
                  </a:cubicBezTo>
                  <a:lnTo>
                    <a:pt x="358" y="4668"/>
                  </a:lnTo>
                  <a:cubicBezTo>
                    <a:pt x="358" y="4525"/>
                    <a:pt x="453" y="4371"/>
                    <a:pt x="584" y="4311"/>
                  </a:cubicBezTo>
                  <a:lnTo>
                    <a:pt x="1191" y="4013"/>
                  </a:lnTo>
                  <a:lnTo>
                    <a:pt x="1405" y="4216"/>
                  </a:lnTo>
                  <a:cubicBezTo>
                    <a:pt x="1548" y="4347"/>
                    <a:pt x="1739" y="4418"/>
                    <a:pt x="1929" y="4418"/>
                  </a:cubicBezTo>
                  <a:cubicBezTo>
                    <a:pt x="2120" y="4418"/>
                    <a:pt x="2310" y="4347"/>
                    <a:pt x="2453" y="4216"/>
                  </a:cubicBezTo>
                  <a:lnTo>
                    <a:pt x="2822" y="3859"/>
                  </a:lnTo>
                  <a:lnTo>
                    <a:pt x="2929" y="3859"/>
                  </a:lnTo>
                  <a:cubicBezTo>
                    <a:pt x="3084" y="3859"/>
                    <a:pt x="3215" y="3799"/>
                    <a:pt x="3322" y="3692"/>
                  </a:cubicBezTo>
                  <a:lnTo>
                    <a:pt x="5584" y="1561"/>
                  </a:lnTo>
                  <a:lnTo>
                    <a:pt x="5835" y="1811"/>
                  </a:lnTo>
                  <a:lnTo>
                    <a:pt x="3001" y="4656"/>
                  </a:lnTo>
                  <a:cubicBezTo>
                    <a:pt x="2822" y="4835"/>
                    <a:pt x="2715" y="5073"/>
                    <a:pt x="2715" y="5347"/>
                  </a:cubicBezTo>
                  <a:lnTo>
                    <a:pt x="2715" y="6192"/>
                  </a:lnTo>
                  <a:cubicBezTo>
                    <a:pt x="2715" y="6299"/>
                    <a:pt x="2787" y="6371"/>
                    <a:pt x="2894" y="6371"/>
                  </a:cubicBezTo>
                  <a:cubicBezTo>
                    <a:pt x="3001" y="6371"/>
                    <a:pt x="3072" y="6299"/>
                    <a:pt x="3072" y="6192"/>
                  </a:cubicBezTo>
                  <a:lnTo>
                    <a:pt x="3072" y="5371"/>
                  </a:lnTo>
                  <a:cubicBezTo>
                    <a:pt x="3072" y="5204"/>
                    <a:pt x="3132" y="5061"/>
                    <a:pt x="3251" y="4954"/>
                  </a:cubicBezTo>
                  <a:lnTo>
                    <a:pt x="6466" y="1739"/>
                  </a:lnTo>
                  <a:cubicBezTo>
                    <a:pt x="6597" y="1608"/>
                    <a:pt x="6656" y="1394"/>
                    <a:pt x="6608" y="1204"/>
                  </a:cubicBezTo>
                  <a:lnTo>
                    <a:pt x="6513" y="727"/>
                  </a:lnTo>
                  <a:lnTo>
                    <a:pt x="6632" y="608"/>
                  </a:lnTo>
                  <a:cubicBezTo>
                    <a:pt x="6704" y="537"/>
                    <a:pt x="6704" y="430"/>
                    <a:pt x="6644" y="358"/>
                  </a:cubicBezTo>
                  <a:cubicBezTo>
                    <a:pt x="6607" y="321"/>
                    <a:pt x="6560" y="303"/>
                    <a:pt x="6513" y="303"/>
                  </a:cubicBezTo>
                  <a:cubicBezTo>
                    <a:pt x="6470" y="303"/>
                    <a:pt x="6428" y="318"/>
                    <a:pt x="6394" y="346"/>
                  </a:cubicBezTo>
                  <a:lnTo>
                    <a:pt x="3727" y="2858"/>
                  </a:lnTo>
                  <a:cubicBezTo>
                    <a:pt x="3608" y="2430"/>
                    <a:pt x="3501" y="1846"/>
                    <a:pt x="3489" y="1537"/>
                  </a:cubicBezTo>
                  <a:cubicBezTo>
                    <a:pt x="3429" y="656"/>
                    <a:pt x="2751" y="1"/>
                    <a:pt x="19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279;p80"/>
            <p:cNvSpPr/>
            <p:nvPr/>
          </p:nvSpPr>
          <p:spPr>
            <a:xfrm>
              <a:off x="8090243" y="4284365"/>
              <a:ext cx="234601" cy="196344"/>
            </a:xfrm>
            <a:custGeom>
              <a:avLst/>
              <a:gdLst/>
              <a:ahLst/>
              <a:cxnLst/>
              <a:rect l="l" t="t" r="r" b="b"/>
              <a:pathLst>
                <a:path w="7371" h="6169" extrusionOk="0">
                  <a:moveTo>
                    <a:pt x="572" y="1"/>
                  </a:moveTo>
                  <a:cubicBezTo>
                    <a:pt x="251" y="1"/>
                    <a:pt x="1" y="251"/>
                    <a:pt x="1" y="560"/>
                  </a:cubicBezTo>
                  <a:lnTo>
                    <a:pt x="1" y="5275"/>
                  </a:lnTo>
                  <a:cubicBezTo>
                    <a:pt x="1" y="5382"/>
                    <a:pt x="72" y="5454"/>
                    <a:pt x="179" y="5454"/>
                  </a:cubicBezTo>
                  <a:cubicBezTo>
                    <a:pt x="286" y="5454"/>
                    <a:pt x="358" y="5382"/>
                    <a:pt x="358" y="5275"/>
                  </a:cubicBezTo>
                  <a:lnTo>
                    <a:pt x="358" y="560"/>
                  </a:lnTo>
                  <a:cubicBezTo>
                    <a:pt x="358" y="441"/>
                    <a:pt x="453" y="358"/>
                    <a:pt x="572" y="358"/>
                  </a:cubicBezTo>
                  <a:lnTo>
                    <a:pt x="6787" y="358"/>
                  </a:lnTo>
                  <a:cubicBezTo>
                    <a:pt x="6906" y="358"/>
                    <a:pt x="7002" y="441"/>
                    <a:pt x="7002" y="560"/>
                  </a:cubicBezTo>
                  <a:lnTo>
                    <a:pt x="7002" y="5608"/>
                  </a:lnTo>
                  <a:cubicBezTo>
                    <a:pt x="7002" y="5728"/>
                    <a:pt x="6906" y="5811"/>
                    <a:pt x="6787" y="5811"/>
                  </a:cubicBezTo>
                  <a:lnTo>
                    <a:pt x="2191" y="5811"/>
                  </a:lnTo>
                  <a:cubicBezTo>
                    <a:pt x="2084" y="5811"/>
                    <a:pt x="2013" y="5894"/>
                    <a:pt x="2013" y="5989"/>
                  </a:cubicBezTo>
                  <a:cubicBezTo>
                    <a:pt x="2013" y="6097"/>
                    <a:pt x="2084" y="6168"/>
                    <a:pt x="2191" y="6168"/>
                  </a:cubicBezTo>
                  <a:lnTo>
                    <a:pt x="6787" y="6168"/>
                  </a:lnTo>
                  <a:cubicBezTo>
                    <a:pt x="7097" y="6168"/>
                    <a:pt x="7359" y="5918"/>
                    <a:pt x="7359" y="5608"/>
                  </a:cubicBezTo>
                  <a:lnTo>
                    <a:pt x="7359" y="560"/>
                  </a:lnTo>
                  <a:cubicBezTo>
                    <a:pt x="7371" y="251"/>
                    <a:pt x="7097" y="1"/>
                    <a:pt x="67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280;p80"/>
            <p:cNvSpPr/>
            <p:nvPr/>
          </p:nvSpPr>
          <p:spPr>
            <a:xfrm>
              <a:off x="8145591" y="4309382"/>
              <a:ext cx="136063" cy="135299"/>
            </a:xfrm>
            <a:custGeom>
              <a:avLst/>
              <a:gdLst/>
              <a:ahLst/>
              <a:cxnLst/>
              <a:rect l="l" t="t" r="r" b="b"/>
              <a:pathLst>
                <a:path w="4275" h="4251" extrusionOk="0">
                  <a:moveTo>
                    <a:pt x="1953" y="739"/>
                  </a:moveTo>
                  <a:cubicBezTo>
                    <a:pt x="2322" y="739"/>
                    <a:pt x="2655" y="882"/>
                    <a:pt x="2917" y="1084"/>
                  </a:cubicBezTo>
                  <a:lnTo>
                    <a:pt x="1822" y="2179"/>
                  </a:lnTo>
                  <a:cubicBezTo>
                    <a:pt x="1750" y="2263"/>
                    <a:pt x="1750" y="2382"/>
                    <a:pt x="1822" y="2441"/>
                  </a:cubicBezTo>
                  <a:cubicBezTo>
                    <a:pt x="1845" y="2465"/>
                    <a:pt x="1905" y="2501"/>
                    <a:pt x="1953" y="2501"/>
                  </a:cubicBezTo>
                  <a:cubicBezTo>
                    <a:pt x="2000" y="2501"/>
                    <a:pt x="2048" y="2477"/>
                    <a:pt x="2084" y="2441"/>
                  </a:cubicBezTo>
                  <a:lnTo>
                    <a:pt x="2643" y="1882"/>
                  </a:lnTo>
                  <a:cubicBezTo>
                    <a:pt x="2715" y="2001"/>
                    <a:pt x="2762" y="2155"/>
                    <a:pt x="2762" y="2298"/>
                  </a:cubicBezTo>
                  <a:cubicBezTo>
                    <a:pt x="2762" y="2739"/>
                    <a:pt x="2405" y="3096"/>
                    <a:pt x="1965" y="3096"/>
                  </a:cubicBezTo>
                  <a:cubicBezTo>
                    <a:pt x="1536" y="3096"/>
                    <a:pt x="1179" y="2739"/>
                    <a:pt x="1179" y="2298"/>
                  </a:cubicBezTo>
                  <a:cubicBezTo>
                    <a:pt x="1179" y="1870"/>
                    <a:pt x="1536" y="1513"/>
                    <a:pt x="1965" y="1513"/>
                  </a:cubicBezTo>
                  <a:cubicBezTo>
                    <a:pt x="2072" y="1513"/>
                    <a:pt x="2143" y="1441"/>
                    <a:pt x="2143" y="1334"/>
                  </a:cubicBezTo>
                  <a:cubicBezTo>
                    <a:pt x="2143" y="1227"/>
                    <a:pt x="2072" y="1155"/>
                    <a:pt x="1965" y="1155"/>
                  </a:cubicBezTo>
                  <a:cubicBezTo>
                    <a:pt x="1334" y="1155"/>
                    <a:pt x="822" y="1679"/>
                    <a:pt x="822" y="2298"/>
                  </a:cubicBezTo>
                  <a:cubicBezTo>
                    <a:pt x="822" y="2941"/>
                    <a:pt x="1345" y="3453"/>
                    <a:pt x="1965" y="3453"/>
                  </a:cubicBezTo>
                  <a:cubicBezTo>
                    <a:pt x="2607" y="3453"/>
                    <a:pt x="3119" y="2929"/>
                    <a:pt x="3119" y="2298"/>
                  </a:cubicBezTo>
                  <a:cubicBezTo>
                    <a:pt x="3119" y="2060"/>
                    <a:pt x="3036" y="1822"/>
                    <a:pt x="2893" y="1632"/>
                  </a:cubicBezTo>
                  <a:lnTo>
                    <a:pt x="3191" y="1334"/>
                  </a:lnTo>
                  <a:cubicBezTo>
                    <a:pt x="3381" y="1608"/>
                    <a:pt x="3512" y="1953"/>
                    <a:pt x="3512" y="2310"/>
                  </a:cubicBezTo>
                  <a:cubicBezTo>
                    <a:pt x="3512" y="3168"/>
                    <a:pt x="2822" y="3870"/>
                    <a:pt x="1953" y="3870"/>
                  </a:cubicBezTo>
                  <a:cubicBezTo>
                    <a:pt x="1095" y="3870"/>
                    <a:pt x="393" y="3168"/>
                    <a:pt x="393" y="2310"/>
                  </a:cubicBezTo>
                  <a:cubicBezTo>
                    <a:pt x="393" y="1441"/>
                    <a:pt x="1095" y="739"/>
                    <a:pt x="1953" y="739"/>
                  </a:cubicBezTo>
                  <a:close/>
                  <a:moveTo>
                    <a:pt x="3500" y="0"/>
                  </a:moveTo>
                  <a:cubicBezTo>
                    <a:pt x="3393" y="0"/>
                    <a:pt x="3322" y="72"/>
                    <a:pt x="3322" y="179"/>
                  </a:cubicBezTo>
                  <a:lnTo>
                    <a:pt x="3322" y="679"/>
                  </a:lnTo>
                  <a:lnTo>
                    <a:pt x="3179" y="834"/>
                  </a:lnTo>
                  <a:cubicBezTo>
                    <a:pt x="2846" y="548"/>
                    <a:pt x="2417" y="381"/>
                    <a:pt x="1941" y="381"/>
                  </a:cubicBezTo>
                  <a:cubicBezTo>
                    <a:pt x="869" y="381"/>
                    <a:pt x="0" y="1251"/>
                    <a:pt x="0" y="2322"/>
                  </a:cubicBezTo>
                  <a:cubicBezTo>
                    <a:pt x="0" y="3394"/>
                    <a:pt x="869" y="4251"/>
                    <a:pt x="1941" y="4251"/>
                  </a:cubicBezTo>
                  <a:cubicBezTo>
                    <a:pt x="3012" y="4251"/>
                    <a:pt x="3870" y="3394"/>
                    <a:pt x="3870" y="2322"/>
                  </a:cubicBezTo>
                  <a:cubicBezTo>
                    <a:pt x="3870" y="1858"/>
                    <a:pt x="3715" y="1429"/>
                    <a:pt x="3429" y="1084"/>
                  </a:cubicBezTo>
                  <a:lnTo>
                    <a:pt x="3572" y="941"/>
                  </a:lnTo>
                  <a:lnTo>
                    <a:pt x="4084" y="941"/>
                  </a:lnTo>
                  <a:cubicBezTo>
                    <a:pt x="4191" y="941"/>
                    <a:pt x="4262" y="858"/>
                    <a:pt x="4262" y="751"/>
                  </a:cubicBezTo>
                  <a:cubicBezTo>
                    <a:pt x="4262" y="655"/>
                    <a:pt x="4191" y="584"/>
                    <a:pt x="4084" y="584"/>
                  </a:cubicBezTo>
                  <a:lnTo>
                    <a:pt x="3929" y="584"/>
                  </a:lnTo>
                  <a:lnTo>
                    <a:pt x="4203" y="310"/>
                  </a:lnTo>
                  <a:cubicBezTo>
                    <a:pt x="4274" y="239"/>
                    <a:pt x="4274" y="120"/>
                    <a:pt x="4203" y="60"/>
                  </a:cubicBezTo>
                  <a:cubicBezTo>
                    <a:pt x="4167" y="24"/>
                    <a:pt x="4120" y="6"/>
                    <a:pt x="4073" y="6"/>
                  </a:cubicBezTo>
                  <a:cubicBezTo>
                    <a:pt x="4027" y="6"/>
                    <a:pt x="3983" y="24"/>
                    <a:pt x="3953" y="60"/>
                  </a:cubicBezTo>
                  <a:lnTo>
                    <a:pt x="3679" y="322"/>
                  </a:lnTo>
                  <a:lnTo>
                    <a:pt x="3679" y="179"/>
                  </a:lnTo>
                  <a:cubicBezTo>
                    <a:pt x="3679" y="72"/>
                    <a:pt x="3608" y="0"/>
                    <a:pt x="35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11652;p80"/>
          <p:cNvGrpSpPr/>
          <p:nvPr/>
        </p:nvGrpSpPr>
        <p:grpSpPr>
          <a:xfrm>
            <a:off x="4874611" y="1421349"/>
            <a:ext cx="697442" cy="640249"/>
            <a:chOff x="910723" y="1508212"/>
            <a:chExt cx="251660" cy="350166"/>
          </a:xfrm>
          <a:solidFill>
            <a:schemeClr val="tx2"/>
          </a:solidFill>
        </p:grpSpPr>
        <p:sp>
          <p:nvSpPr>
            <p:cNvPr id="39" name="Google Shape;11653;p80"/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654;p80"/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655;p80"/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656;p80"/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657;p80"/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658;p80"/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659;p80"/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660;p80"/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661;p80"/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662;p80"/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663;p80"/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664;p80"/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665;p80"/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666;p80"/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667;p80"/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668;p80"/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669;p80"/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188051" y="72180"/>
            <a:ext cx="9890850" cy="46984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ru-RU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Логическая структура и архитектура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1" name="Google Shape;1531;p39"/>
          <p:cNvSpPr txBox="1">
            <a:spLocks noGrp="1"/>
          </p:cNvSpPr>
          <p:nvPr>
            <p:ph type="subTitle" idx="1"/>
          </p:nvPr>
        </p:nvSpPr>
        <p:spPr>
          <a:xfrm>
            <a:off x="5001013" y="3982804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Логическая схема БД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2" name="Google Shape;1532;p39"/>
          <p:cNvSpPr txBox="1">
            <a:spLocks noGrp="1"/>
          </p:cNvSpPr>
          <p:nvPr>
            <p:ph type="subTitle" idx="2"/>
          </p:nvPr>
        </p:nvSpPr>
        <p:spPr>
          <a:xfrm>
            <a:off x="0" y="3810805"/>
            <a:ext cx="5014051" cy="2278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Архитектурная схема взаимодействия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33" name="Google Shape;1533;p39"/>
          <p:cNvGrpSpPr/>
          <p:nvPr/>
        </p:nvGrpSpPr>
        <p:grpSpPr>
          <a:xfrm>
            <a:off x="-119425" y="4459196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17" y="889284"/>
            <a:ext cx="3586163" cy="3064268"/>
          </a:xfrm>
          <a:prstGeom prst="rect">
            <a:avLst/>
          </a:prstGeom>
        </p:spPr>
      </p:pic>
      <p:pic>
        <p:nvPicPr>
          <p:cNvPr id="15" name="Рисунок 14"/>
          <p:cNvPicPr/>
          <p:nvPr/>
        </p:nvPicPr>
        <p:blipFill>
          <a:blip r:embed="rId4"/>
          <a:stretch>
            <a:fillRect/>
          </a:stretch>
        </p:blipFill>
        <p:spPr>
          <a:xfrm>
            <a:off x="4966971" y="753908"/>
            <a:ext cx="3611084" cy="33350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/>
          <p:cNvSpPr txBox="1">
            <a:spLocks noGrp="1"/>
          </p:cNvSpPr>
          <p:nvPr>
            <p:ph type="title"/>
          </p:nvPr>
        </p:nvSpPr>
        <p:spPr>
          <a:xfrm>
            <a:off x="94539" y="1061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Функциональные возможности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8" name="Google Shape;1748;p44"/>
          <p:cNvSpPr txBox="1">
            <a:spLocks noGrp="1"/>
          </p:cNvSpPr>
          <p:nvPr>
            <p:ph type="subTitle" idx="6"/>
          </p:nvPr>
        </p:nvSpPr>
        <p:spPr>
          <a:xfrm>
            <a:off x="4783545" y="4067432"/>
            <a:ext cx="3657015" cy="10760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Управление заказами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9" name="Google Shape;1749;p44"/>
          <p:cNvSpPr txBox="1">
            <a:spLocks noGrp="1"/>
          </p:cNvSpPr>
          <p:nvPr>
            <p:ph type="subTitle" idx="4"/>
          </p:nvPr>
        </p:nvSpPr>
        <p:spPr>
          <a:xfrm>
            <a:off x="1024511" y="4741200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Чат-бот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52" name="Google Shape;1752;p44"/>
          <p:cNvPicPr preferRelativeResize="0">
            <a:picLocks noGrp="1"/>
          </p:cNvPicPr>
          <p:nvPr>
            <p:ph type="pic" idx="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0" y="750267"/>
            <a:ext cx="3921561" cy="39000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Google Shape;1752;p44"/>
          <p:cNvPicPr preferRelativeResize="0">
            <a:picLocks noGrp="1"/>
          </p:cNvPicPr>
          <p:nvPr>
            <p:ph type="pic" idx="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852" y="750267"/>
            <a:ext cx="3926403" cy="39000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ru-R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Заключение</a:t>
            </a:r>
            <a:endParaRPr sz="32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BM Plex Mono"/>
            </a:endParaRPr>
          </a:p>
        </p:txBody>
      </p:sp>
      <p:sp>
        <p:nvSpPr>
          <p:cNvPr id="1467" name="Google Shape;1467;p37"/>
          <p:cNvSpPr txBox="1">
            <a:spLocks noGrp="1"/>
          </p:cNvSpPr>
          <p:nvPr>
            <p:ph type="subTitle" idx="9"/>
          </p:nvPr>
        </p:nvSpPr>
        <p:spPr>
          <a:xfrm>
            <a:off x="720000" y="22015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Разработан модульный программный комплекс.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2" name="Google Shape;1472;p37"/>
          <p:cNvSpPr txBox="1">
            <a:spLocks noGrp="1"/>
          </p:cNvSpPr>
          <p:nvPr>
            <p:ph type="title" idx="5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73" name="Google Shape;1473;p37"/>
          <p:cNvSpPr txBox="1">
            <a:spLocks noGrp="1"/>
          </p:cNvSpPr>
          <p:nvPr>
            <p:ph type="title" idx="6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74" name="Google Shape;1474;p37"/>
          <p:cNvSpPr txBox="1">
            <a:spLocks noGrp="1"/>
          </p:cNvSpPr>
          <p:nvPr>
            <p:ph type="title" idx="7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75" name="Google Shape;1475;p37"/>
          <p:cNvSpPr txBox="1">
            <a:spLocks noGrp="1"/>
          </p:cNvSpPr>
          <p:nvPr>
            <p:ph type="title" idx="8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476" name="Google Shape;1476;p37"/>
          <p:cNvSpPr txBox="1">
            <a:spLocks noGrp="1"/>
          </p:cNvSpPr>
          <p:nvPr>
            <p:ph type="subTitle" idx="13"/>
          </p:nvPr>
        </p:nvSpPr>
        <p:spPr>
          <a:xfrm>
            <a:off x="4366698" y="22015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Обеспечена интеграция через REST API.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7" name="Google Shape;1477;p37"/>
          <p:cNvSpPr txBox="1">
            <a:spLocks noGrp="1"/>
          </p:cNvSpPr>
          <p:nvPr>
            <p:ph type="subTitle" idx="14"/>
          </p:nvPr>
        </p:nvSpPr>
        <p:spPr>
          <a:xfrm>
            <a:off x="720000" y="3900146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Проведено успешное тестирование системы.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8" name="Google Shape;1478;p37"/>
          <p:cNvSpPr txBox="1">
            <a:spLocks noGrp="1"/>
          </p:cNvSpPr>
          <p:nvPr>
            <p:ph type="subTitle" idx="15"/>
          </p:nvPr>
        </p:nvSpPr>
        <p:spPr>
          <a:xfrm>
            <a:off x="4366698" y="3900146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Продукт готов к использованию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96</Words>
  <Application>Microsoft Office PowerPoint</Application>
  <PresentationFormat>Экран (16:9)</PresentationFormat>
  <Paragraphs>34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Source Code Pro</vt:lpstr>
      <vt:lpstr>IBM Plex Mono</vt:lpstr>
      <vt:lpstr>Poppins</vt:lpstr>
      <vt:lpstr>Introduction to Coding Workshop by Slidesgo</vt:lpstr>
      <vt:lpstr>Дипломный проект «Разработка и интеграция веб приложения для оформления и администрирования заказов с системой автоматизированных уведомлений клиентов  через чат-бот»</vt:lpstr>
      <vt:lpstr>Цель и задачи проекта</vt:lpstr>
      <vt:lpstr>Логическая структура и архитектура</vt:lpstr>
      <vt:lpstr>Функциональные возможности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Coding Workshop</dc:title>
  <dc:creator>AvEjpg</dc:creator>
  <cp:lastModifiedBy>Game Hejoy</cp:lastModifiedBy>
  <cp:revision>13</cp:revision>
  <dcterms:modified xsi:type="dcterms:W3CDTF">2026-06-21T21:17:44Z</dcterms:modified>
</cp:coreProperties>
</file>